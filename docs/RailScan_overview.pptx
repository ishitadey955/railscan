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7.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8.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9.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10.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11.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4"/>
    <p:sldMasterId id="2147483946" r:id="rId5"/>
    <p:sldMasterId id="2147483958" r:id="rId6"/>
    <p:sldMasterId id="2147483660" r:id="rId7"/>
    <p:sldMasterId id="2147483756" r:id="rId8"/>
    <p:sldMasterId id="2147483934" r:id="rId9"/>
    <p:sldMasterId id="2147483922" r:id="rId10"/>
    <p:sldMasterId id="2147483970" r:id="rId11"/>
    <p:sldMasterId id="2147483975" r:id="rId12"/>
    <p:sldMasterId id="2147483981" r:id="rId13"/>
    <p:sldMasterId id="2147483984" r:id="rId14"/>
    <p:sldMasterId id="2147483996" r:id="rId15"/>
  </p:sldMasterIdLst>
  <p:notesMasterIdLst>
    <p:notesMasterId r:id="rId23"/>
  </p:notesMasterIdLst>
  <p:sldIdLst>
    <p:sldId id="4568" r:id="rId16"/>
    <p:sldId id="4569" r:id="rId17"/>
    <p:sldId id="4570" r:id="rId18"/>
    <p:sldId id="4571" r:id="rId19"/>
    <p:sldId id="4572" r:id="rId20"/>
    <p:sldId id="4573" r:id="rId21"/>
    <p:sldId id="4574" r:id="rId22"/>
  </p:sldIdLst>
  <p:sldSz cx="12192000" cy="6858000"/>
  <p:notesSz cx="7004050" cy="9290050"/>
  <p:defaultText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8F4096-2E94-624A-89F5-5884B7617BA1}">
          <p14:sldIdLst>
            <p14:sldId id="4568"/>
            <p14:sldId id="4569"/>
            <p14:sldId id="4570"/>
            <p14:sldId id="4571"/>
            <p14:sldId id="4572"/>
            <p14:sldId id="4573"/>
            <p14:sldId id="4574"/>
          </p14:sldIdLst>
        </p14:section>
      </p14:sectionLst>
    </p:ext>
    <p:ext uri="{EFAFB233-063F-42B5-8137-9DF3F51BA10A}">
      <p15:sldGuideLst xmlns:p15="http://schemas.microsoft.com/office/powerpoint/2012/main">
        <p15:guide id="3" orient="horz" pos="720" userDrawn="1">
          <p15:clr>
            <a:srgbClr val="A4A3A4"/>
          </p15:clr>
        </p15:guide>
        <p15:guide id="4" orient="horz" pos="618">
          <p15:clr>
            <a:srgbClr val="A4A3A4"/>
          </p15:clr>
        </p15:guide>
        <p15:guide id="5" orient="horz" pos="144" userDrawn="1">
          <p15:clr>
            <a:srgbClr val="A4A3A4"/>
          </p15:clr>
        </p15:guide>
        <p15:guide id="6" orient="horz" pos="3984" userDrawn="1">
          <p15:clr>
            <a:srgbClr val="A4A3A4"/>
          </p15:clr>
        </p15:guide>
        <p15:guide id="7" orient="horz" pos="2341" userDrawn="1">
          <p15:clr>
            <a:srgbClr val="A4A3A4"/>
          </p15:clr>
        </p15:guide>
        <p15:guide id="8" orient="horz" pos="384" userDrawn="1">
          <p15:clr>
            <a:srgbClr val="A4A3A4"/>
          </p15:clr>
        </p15:guide>
        <p15:guide id="10" pos="192" userDrawn="1">
          <p15:clr>
            <a:srgbClr val="A4A3A4"/>
          </p15:clr>
        </p15:guide>
        <p15:guide id="11" pos="7469">
          <p15:clr>
            <a:srgbClr val="A4A3A4"/>
          </p15:clr>
        </p15:guide>
        <p15:guide id="12" pos="3840" userDrawn="1">
          <p15:clr>
            <a:srgbClr val="A4A3A4"/>
          </p15:clr>
        </p15:guide>
        <p15:guide id="13" pos="7104" userDrawn="1">
          <p15:clr>
            <a:srgbClr val="A4A3A4"/>
          </p15:clr>
        </p15:guide>
        <p15:guide id="14" pos="2352" userDrawn="1">
          <p15:clr>
            <a:srgbClr val="A4A3A4"/>
          </p15:clr>
        </p15:guide>
        <p15:guide id="19" pos="2026" userDrawn="1">
          <p15:clr>
            <a:srgbClr val="A4A3A4"/>
          </p15:clr>
        </p15:guide>
        <p15:guide id="20" pos="567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82565B-1152-E6BC-B5F4-4F030FCA501C}" name="Cheryl Fritz" initials="CF" userId="c714541f2ab87cdd"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illiams, Karin" initials="KW" lastIdx="36" clrIdx="0">
    <p:extLst>
      <p:ext uri="{19B8F6BF-5375-455C-9EA6-DF929625EA0E}">
        <p15:presenceInfo xmlns:p15="http://schemas.microsoft.com/office/powerpoint/2012/main" userId="Williams, Karin" providerId="None"/>
      </p:ext>
    </p:extLst>
  </p:cmAuthor>
  <p:cmAuthor id="2" name="Culkin, Frank" initials="CF" lastIdx="8" clrIdx="1">
    <p:extLst>
      <p:ext uri="{19B8F6BF-5375-455C-9EA6-DF929625EA0E}">
        <p15:presenceInfo xmlns:p15="http://schemas.microsoft.com/office/powerpoint/2012/main" userId="S-1-5-21-2735379183-3217222924-2300895113-29367" providerId="AD"/>
      </p:ext>
    </p:extLst>
  </p:cmAuthor>
  <p:cmAuthor id="3" name="Henris, Faye" initials="HF" lastIdx="1" clrIdx="2">
    <p:extLst>
      <p:ext uri="{19B8F6BF-5375-455C-9EA6-DF929625EA0E}">
        <p15:presenceInfo xmlns:p15="http://schemas.microsoft.com/office/powerpoint/2012/main" userId="S-1-5-21-2735379183-3217222924-2300895113-2518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B815"/>
    <a:srgbClr val="C2E8F9"/>
    <a:srgbClr val="DBE0F9"/>
    <a:srgbClr val="CECECE"/>
    <a:srgbClr val="0C184E"/>
    <a:srgbClr val="37560A"/>
    <a:srgbClr val="1074A1"/>
    <a:srgbClr val="2D4507"/>
    <a:srgbClr val="768CEA"/>
    <a:srgbClr val="4E6B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88" autoAdjust="0"/>
    <p:restoredTop sz="83624" autoAdjust="0"/>
  </p:normalViewPr>
  <p:slideViewPr>
    <p:cSldViewPr>
      <p:cViewPr varScale="1">
        <p:scale>
          <a:sx n="96" d="100"/>
          <a:sy n="96" d="100"/>
        </p:scale>
        <p:origin x="67" y="173"/>
      </p:cViewPr>
      <p:guideLst>
        <p:guide orient="horz" pos="720"/>
        <p:guide orient="horz" pos="618"/>
        <p:guide orient="horz" pos="144"/>
        <p:guide orient="horz" pos="3984"/>
        <p:guide orient="horz" pos="2341"/>
        <p:guide orient="horz" pos="384"/>
        <p:guide pos="192"/>
        <p:guide pos="7469"/>
        <p:guide pos="3840"/>
        <p:guide pos="7104"/>
        <p:guide pos="2352"/>
        <p:guide pos="2026"/>
        <p:guide pos="567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8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3.xml"/><Relationship Id="rId26" Type="http://schemas.openxmlformats.org/officeDocument/2006/relationships/viewProps" Target="viewProps.xml"/><Relationship Id="rId51" Type="http://schemas.microsoft.com/office/2018/10/relationships/authors" Target="authors.xml"/><Relationship Id="rId3" Type="http://schemas.openxmlformats.org/officeDocument/2006/relationships/customXml" Target="../customXml/item3.xml"/><Relationship Id="rId21" Type="http://schemas.openxmlformats.org/officeDocument/2006/relationships/slide" Target="slides/slide6.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7.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088" cy="464503"/>
          </a:xfrm>
          <a:prstGeom prst="rect">
            <a:avLst/>
          </a:prstGeom>
        </p:spPr>
        <p:txBody>
          <a:bodyPr vert="horz" lIns="93102" tIns="46552" rIns="93102" bIns="46552" rtlCol="0"/>
          <a:lstStyle>
            <a:lvl1pPr algn="l">
              <a:defRPr sz="1200"/>
            </a:lvl1pPr>
          </a:lstStyle>
          <a:p>
            <a:endParaRPr lang="en-GB" dirty="0"/>
          </a:p>
        </p:txBody>
      </p:sp>
      <p:sp>
        <p:nvSpPr>
          <p:cNvPr id="3" name="Date Placeholder 2"/>
          <p:cNvSpPr>
            <a:spLocks noGrp="1"/>
          </p:cNvSpPr>
          <p:nvPr>
            <p:ph type="dt" idx="1"/>
          </p:nvPr>
        </p:nvSpPr>
        <p:spPr>
          <a:xfrm>
            <a:off x="3967341" y="0"/>
            <a:ext cx="3035088" cy="464503"/>
          </a:xfrm>
          <a:prstGeom prst="rect">
            <a:avLst/>
          </a:prstGeom>
        </p:spPr>
        <p:txBody>
          <a:bodyPr vert="horz" lIns="93102" tIns="46552" rIns="93102" bIns="46552" rtlCol="0"/>
          <a:lstStyle>
            <a:lvl1pPr algn="r">
              <a:defRPr sz="1200"/>
            </a:lvl1pPr>
          </a:lstStyle>
          <a:p>
            <a:fld id="{74E27FB1-009F-42E1-9457-CDC523FF39AA}" type="datetimeFigureOut">
              <a:rPr lang="en-GB" smtClean="0"/>
              <a:t>30/10/2026</a:t>
            </a:fld>
            <a:endParaRPr lang="en-GB" dirty="0"/>
          </a:p>
        </p:txBody>
      </p:sp>
      <p:sp>
        <p:nvSpPr>
          <p:cNvPr id="4" name="Slide Image Placeholder 3"/>
          <p:cNvSpPr>
            <a:spLocks noGrp="1" noRot="1" noChangeAspect="1"/>
          </p:cNvSpPr>
          <p:nvPr>
            <p:ph type="sldImg" idx="2"/>
          </p:nvPr>
        </p:nvSpPr>
        <p:spPr>
          <a:xfrm>
            <a:off x="406400" y="696913"/>
            <a:ext cx="6191250" cy="3482975"/>
          </a:xfrm>
          <a:prstGeom prst="rect">
            <a:avLst/>
          </a:prstGeom>
          <a:noFill/>
          <a:ln w="12700">
            <a:solidFill>
              <a:prstClr val="black"/>
            </a:solidFill>
          </a:ln>
        </p:spPr>
        <p:txBody>
          <a:bodyPr vert="horz" lIns="93102" tIns="46552" rIns="93102" bIns="46552" rtlCol="0" anchor="ctr"/>
          <a:lstStyle/>
          <a:p>
            <a:endParaRPr lang="en-GB" dirty="0"/>
          </a:p>
        </p:txBody>
      </p:sp>
      <p:sp>
        <p:nvSpPr>
          <p:cNvPr id="5" name="Notes Placeholder 4"/>
          <p:cNvSpPr>
            <a:spLocks noGrp="1"/>
          </p:cNvSpPr>
          <p:nvPr>
            <p:ph type="body" sz="quarter" idx="3"/>
          </p:nvPr>
        </p:nvSpPr>
        <p:spPr>
          <a:xfrm>
            <a:off x="700405" y="4412774"/>
            <a:ext cx="5603240" cy="4180523"/>
          </a:xfrm>
          <a:prstGeom prst="rect">
            <a:avLst/>
          </a:prstGeom>
        </p:spPr>
        <p:txBody>
          <a:bodyPr vert="horz" lIns="93102" tIns="46552" rIns="93102" bIns="4655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3935"/>
            <a:ext cx="3035088" cy="464503"/>
          </a:xfrm>
          <a:prstGeom prst="rect">
            <a:avLst/>
          </a:prstGeom>
        </p:spPr>
        <p:txBody>
          <a:bodyPr vert="horz" lIns="93102" tIns="46552" rIns="93102" bIns="46552"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67341" y="8823935"/>
            <a:ext cx="3035088" cy="464503"/>
          </a:xfrm>
          <a:prstGeom prst="rect">
            <a:avLst/>
          </a:prstGeom>
        </p:spPr>
        <p:txBody>
          <a:bodyPr vert="horz" lIns="93102" tIns="46552" rIns="93102" bIns="46552" rtlCol="0" anchor="b"/>
          <a:lstStyle>
            <a:lvl1pPr algn="r">
              <a:defRPr sz="1200"/>
            </a:lvl1pPr>
          </a:lstStyle>
          <a:p>
            <a:fld id="{67F7A100-6AD4-4DCB-BF50-AF0E36B23A48}" type="slidenum">
              <a:rPr lang="en-GB" smtClean="0"/>
              <a:t>‹#›</a:t>
            </a:fld>
            <a:endParaRPr lang="en-GB" dirty="0"/>
          </a:p>
        </p:txBody>
      </p:sp>
    </p:spTree>
    <p:extLst>
      <p:ext uri="{BB962C8B-B14F-4D97-AF65-F5344CB8AC3E}">
        <p14:creationId xmlns:p14="http://schemas.microsoft.com/office/powerpoint/2010/main" val="906921459"/>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9.xml"/><Relationship Id="rId5" Type="http://schemas.microsoft.com/office/2007/relationships/hdphoto" Target="../media/hdphoto1.wdp"/><Relationship Id="rId4" Type="http://schemas.openxmlformats.org/officeDocument/2006/relationships/image" Target="../media/image10.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0.xml"/><Relationship Id="rId4" Type="http://schemas.microsoft.com/office/2007/relationships/hdphoto" Target="../media/hdphoto1.wdp"/></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g"/><Relationship Id="rId1" Type="http://schemas.openxmlformats.org/officeDocument/2006/relationships/slideMaster" Target="../slideMasters/slideMaster10.xml"/><Relationship Id="rId4" Type="http://schemas.microsoft.com/office/2007/relationships/hdphoto" Target="../media/hdphoto1.wdp"/></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userDrawn="1"/>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84916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userDrawn="1"/>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247538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userDrawn="1"/>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372367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70D5D3-EA22-CFAF-EF46-85FEFA965B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FA92F3C6-1372-4B91-D73F-A3DD10A63B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B0586514-9B1F-433C-E991-96E8EBCE08C0}"/>
              </a:ext>
            </a:extLst>
          </p:cNvPr>
          <p:cNvSpPr>
            <a:spLocks noGrp="1"/>
          </p:cNvSpPr>
          <p:nvPr>
            <p:ph type="dt" sz="half" idx="10"/>
          </p:nvPr>
        </p:nvSpPr>
        <p:spPr/>
        <p:txBody>
          <a:bodyPr/>
          <a:lstStyle/>
          <a:p>
            <a:fld id="{F6AA3A6B-F8C4-4E8B-A609-F4434FE0C4C5}" type="datetime1">
              <a:rPr lang="en-US" smtClean="0"/>
              <a:t>10/30/2026</a:t>
            </a:fld>
            <a:endParaRPr lang="en-US" dirty="0"/>
          </a:p>
        </p:txBody>
      </p:sp>
      <p:sp>
        <p:nvSpPr>
          <p:cNvPr id="5" name="Footer Placeholder 4">
            <a:extLst>
              <a:ext uri="{FF2B5EF4-FFF2-40B4-BE49-F238E27FC236}">
                <a16:creationId xmlns:a16="http://schemas.microsoft.com/office/drawing/2014/main" xmlns="" id="{311893CC-6190-054C-8669-45EEB0090D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780F58DD-4BE5-25F7-C950-303AF9B83AA3}"/>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3474721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EE0272-4124-5663-02C2-18C28DFC6F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DC61BDD-AD5B-4C1F-322B-F9401F081A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ABF016F-D829-ACD0-EA59-5D0A273DDF07}"/>
              </a:ext>
            </a:extLst>
          </p:cNvPr>
          <p:cNvSpPr>
            <a:spLocks noGrp="1"/>
          </p:cNvSpPr>
          <p:nvPr>
            <p:ph type="dt" sz="half" idx="10"/>
          </p:nvPr>
        </p:nvSpPr>
        <p:spPr/>
        <p:txBody>
          <a:bodyPr/>
          <a:lstStyle/>
          <a:p>
            <a:fld id="{BFCD02E2-C83C-4CBA-B457-F8C933EC0388}" type="datetime1">
              <a:rPr lang="en-US" smtClean="0"/>
              <a:t>10/30/2026</a:t>
            </a:fld>
            <a:endParaRPr lang="en-US" dirty="0"/>
          </a:p>
        </p:txBody>
      </p:sp>
      <p:sp>
        <p:nvSpPr>
          <p:cNvPr id="5" name="Footer Placeholder 4">
            <a:extLst>
              <a:ext uri="{FF2B5EF4-FFF2-40B4-BE49-F238E27FC236}">
                <a16:creationId xmlns:a16="http://schemas.microsoft.com/office/drawing/2014/main" xmlns="" id="{997A8682-1152-C05F-7E56-45811398C5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36A47E9-2F77-FFFF-E71D-1CA248173394}"/>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976791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7827C1-D21D-B3F7-5F7D-1285DD80CF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83E1FC4-6E1E-3725-C1D1-D45BA3474D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7C2B924-0661-036A-623E-679BC8E93B34}"/>
              </a:ext>
            </a:extLst>
          </p:cNvPr>
          <p:cNvSpPr>
            <a:spLocks noGrp="1"/>
          </p:cNvSpPr>
          <p:nvPr>
            <p:ph type="dt" sz="half" idx="10"/>
          </p:nvPr>
        </p:nvSpPr>
        <p:spPr/>
        <p:txBody>
          <a:bodyPr/>
          <a:lstStyle/>
          <a:p>
            <a:fld id="{7E102651-C576-4355-B61A-BA6FEA007AD7}" type="datetime1">
              <a:rPr lang="en-US" smtClean="0"/>
              <a:t>10/30/2026</a:t>
            </a:fld>
            <a:endParaRPr lang="en-US" dirty="0"/>
          </a:p>
        </p:txBody>
      </p:sp>
      <p:sp>
        <p:nvSpPr>
          <p:cNvPr id="5" name="Footer Placeholder 4">
            <a:extLst>
              <a:ext uri="{FF2B5EF4-FFF2-40B4-BE49-F238E27FC236}">
                <a16:creationId xmlns:a16="http://schemas.microsoft.com/office/drawing/2014/main" xmlns="" id="{02600758-419E-A786-5ABA-EFB6066873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441E5FA4-D291-274B-139A-FC51101FCF3F}"/>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4050581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DFC24A-28FB-1391-0217-40CC467A2B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4E63D81-29BF-A81C-C3AC-E7263911E4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E80C6E8F-C3B7-8F61-0D79-28C401B03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98C6172C-E59C-56D9-491F-E6589AFC2157}"/>
              </a:ext>
            </a:extLst>
          </p:cNvPr>
          <p:cNvSpPr>
            <a:spLocks noGrp="1"/>
          </p:cNvSpPr>
          <p:nvPr>
            <p:ph type="dt" sz="half" idx="10"/>
          </p:nvPr>
        </p:nvSpPr>
        <p:spPr/>
        <p:txBody>
          <a:bodyPr/>
          <a:lstStyle/>
          <a:p>
            <a:fld id="{008C2DB6-257E-46BA-A032-49CF6AEE9566}" type="datetime1">
              <a:rPr lang="en-US" smtClean="0"/>
              <a:t>10/30/2026</a:t>
            </a:fld>
            <a:endParaRPr lang="en-US" dirty="0"/>
          </a:p>
        </p:txBody>
      </p:sp>
      <p:sp>
        <p:nvSpPr>
          <p:cNvPr id="6" name="Footer Placeholder 5">
            <a:extLst>
              <a:ext uri="{FF2B5EF4-FFF2-40B4-BE49-F238E27FC236}">
                <a16:creationId xmlns:a16="http://schemas.microsoft.com/office/drawing/2014/main" xmlns="" id="{94490D79-0228-4CAA-2859-8152DB79FA9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25C40DEF-D1C4-53F2-F6B5-027343B1A63A}"/>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372237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6CA624-3A7A-05C1-E9E7-98B960BA6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758E09A2-9F3A-E694-919A-57D3BD4091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1B31A6D-2361-8B80-2BB5-CE9DD9C7A8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16E3F3F4-C802-50B5-75D1-AFBA2E719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C174405-84A8-03FC-1C0B-F555A2D3E2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C19E712-98E3-A808-C9ED-4237C5BA15FA}"/>
              </a:ext>
            </a:extLst>
          </p:cNvPr>
          <p:cNvSpPr>
            <a:spLocks noGrp="1"/>
          </p:cNvSpPr>
          <p:nvPr>
            <p:ph type="dt" sz="half" idx="10"/>
          </p:nvPr>
        </p:nvSpPr>
        <p:spPr/>
        <p:txBody>
          <a:bodyPr/>
          <a:lstStyle/>
          <a:p>
            <a:fld id="{0145F9C5-1F16-4BC1-9958-302E3FFB826C}" type="datetime1">
              <a:rPr lang="en-US" smtClean="0"/>
              <a:t>10/30/2026</a:t>
            </a:fld>
            <a:endParaRPr lang="en-US" dirty="0"/>
          </a:p>
        </p:txBody>
      </p:sp>
      <p:sp>
        <p:nvSpPr>
          <p:cNvPr id="8" name="Footer Placeholder 7">
            <a:extLst>
              <a:ext uri="{FF2B5EF4-FFF2-40B4-BE49-F238E27FC236}">
                <a16:creationId xmlns:a16="http://schemas.microsoft.com/office/drawing/2014/main" xmlns="" id="{81BC703E-4BBF-2C32-20BE-E29EA49B040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02CD3A9B-0249-BFF6-AA24-BFFC8758B8C6}"/>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2177395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CFB198-1A36-5D64-3AFE-9602137B22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FDE157D0-57D1-BF4B-2DC5-A56C2162B6FC}"/>
              </a:ext>
            </a:extLst>
          </p:cNvPr>
          <p:cNvSpPr>
            <a:spLocks noGrp="1"/>
          </p:cNvSpPr>
          <p:nvPr>
            <p:ph type="dt" sz="half" idx="10"/>
          </p:nvPr>
        </p:nvSpPr>
        <p:spPr/>
        <p:txBody>
          <a:bodyPr/>
          <a:lstStyle/>
          <a:p>
            <a:fld id="{0B395684-88B2-4112-975E-E6183E9D402F}" type="datetime1">
              <a:rPr lang="en-US" smtClean="0"/>
              <a:t>10/30/2026</a:t>
            </a:fld>
            <a:endParaRPr lang="en-US" dirty="0"/>
          </a:p>
        </p:txBody>
      </p:sp>
      <p:sp>
        <p:nvSpPr>
          <p:cNvPr id="4" name="Footer Placeholder 3">
            <a:extLst>
              <a:ext uri="{FF2B5EF4-FFF2-40B4-BE49-F238E27FC236}">
                <a16:creationId xmlns:a16="http://schemas.microsoft.com/office/drawing/2014/main" xmlns="" id="{71345EAB-8984-1FB5-227C-46607A9E48E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C657E6E4-80FA-1C73-7AD1-1A6BA403815D}"/>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1564756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3864296-8DC8-F7ED-20B4-D1F562061C81}"/>
              </a:ext>
            </a:extLst>
          </p:cNvPr>
          <p:cNvSpPr>
            <a:spLocks noGrp="1"/>
          </p:cNvSpPr>
          <p:nvPr>
            <p:ph type="dt" sz="half" idx="10"/>
          </p:nvPr>
        </p:nvSpPr>
        <p:spPr/>
        <p:txBody>
          <a:bodyPr/>
          <a:lstStyle/>
          <a:p>
            <a:fld id="{88330399-4E45-4536-830B-0E198DDB3260}" type="datetime1">
              <a:rPr lang="en-US" smtClean="0"/>
              <a:t>10/30/2026</a:t>
            </a:fld>
            <a:endParaRPr lang="en-US" dirty="0"/>
          </a:p>
        </p:txBody>
      </p:sp>
      <p:sp>
        <p:nvSpPr>
          <p:cNvPr id="3" name="Footer Placeholder 2">
            <a:extLst>
              <a:ext uri="{FF2B5EF4-FFF2-40B4-BE49-F238E27FC236}">
                <a16:creationId xmlns:a16="http://schemas.microsoft.com/office/drawing/2014/main" xmlns="" id="{97B22504-4B71-3A06-F7D1-788782CA61A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B963A71C-095F-F264-89B4-9C25776B9B24}"/>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3857876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7B4D74-B6D5-025C-32F4-A3238CE82C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56957E9-7A6D-3AA9-B1A5-EE775B940C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FB43D3DD-C4C2-A6A3-B3DE-372E2C615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6F9B983-D771-92D2-71A7-CC7ED78D826F}"/>
              </a:ext>
            </a:extLst>
          </p:cNvPr>
          <p:cNvSpPr>
            <a:spLocks noGrp="1"/>
          </p:cNvSpPr>
          <p:nvPr>
            <p:ph type="dt" sz="half" idx="10"/>
          </p:nvPr>
        </p:nvSpPr>
        <p:spPr/>
        <p:txBody>
          <a:bodyPr/>
          <a:lstStyle/>
          <a:p>
            <a:fld id="{8D9498E3-1E43-4C3E-863F-8BCF8909EEB2}" type="datetime1">
              <a:rPr lang="en-US" smtClean="0"/>
              <a:t>10/30/2026</a:t>
            </a:fld>
            <a:endParaRPr lang="en-US" dirty="0"/>
          </a:p>
        </p:txBody>
      </p:sp>
      <p:sp>
        <p:nvSpPr>
          <p:cNvPr id="6" name="Footer Placeholder 5">
            <a:extLst>
              <a:ext uri="{FF2B5EF4-FFF2-40B4-BE49-F238E27FC236}">
                <a16:creationId xmlns:a16="http://schemas.microsoft.com/office/drawing/2014/main" xmlns="" id="{771A7376-2B06-744D-0FCD-2208B8F8DF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258CFA48-5F23-3933-B33F-C00BE679EAD0}"/>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2760782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8CBBC4-507B-E7BC-4FE7-CEFD1145D0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F1ADA00C-9958-6390-187B-8358DF2336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80FF9E68-527B-21A2-12F7-45FFF4C2B6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B4FFD78-8B59-86A5-D323-BC7782626B99}"/>
              </a:ext>
            </a:extLst>
          </p:cNvPr>
          <p:cNvSpPr>
            <a:spLocks noGrp="1"/>
          </p:cNvSpPr>
          <p:nvPr>
            <p:ph type="dt" sz="half" idx="10"/>
          </p:nvPr>
        </p:nvSpPr>
        <p:spPr/>
        <p:txBody>
          <a:bodyPr/>
          <a:lstStyle/>
          <a:p>
            <a:fld id="{012582C8-CA23-4630-91E1-CEE9ACFCA242}" type="datetime1">
              <a:rPr lang="en-US" smtClean="0"/>
              <a:t>10/30/2026</a:t>
            </a:fld>
            <a:endParaRPr lang="en-US" dirty="0"/>
          </a:p>
        </p:txBody>
      </p:sp>
      <p:sp>
        <p:nvSpPr>
          <p:cNvPr id="6" name="Footer Placeholder 5">
            <a:extLst>
              <a:ext uri="{FF2B5EF4-FFF2-40B4-BE49-F238E27FC236}">
                <a16:creationId xmlns:a16="http://schemas.microsoft.com/office/drawing/2014/main" xmlns="" id="{E1A9CE7A-D93C-F0DC-21D9-B818AE1C4EC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6CCBB419-03DE-71B2-1FED-F8FA19F2B533}"/>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315444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C09EAD-9F85-F507-70F1-2236246E1D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89BE2938-DC7F-1B68-03FA-8DB0C3C4D1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77568B0-C349-ABC2-40E4-72B4E3A33089}"/>
              </a:ext>
            </a:extLst>
          </p:cNvPr>
          <p:cNvSpPr>
            <a:spLocks noGrp="1"/>
          </p:cNvSpPr>
          <p:nvPr>
            <p:ph type="dt" sz="half" idx="10"/>
          </p:nvPr>
        </p:nvSpPr>
        <p:spPr/>
        <p:txBody>
          <a:bodyPr/>
          <a:lstStyle/>
          <a:p>
            <a:fld id="{93DDC201-86C7-414A-B310-E7C814AEE952}" type="datetime1">
              <a:rPr lang="en-US" smtClean="0"/>
              <a:t>10/30/2026</a:t>
            </a:fld>
            <a:endParaRPr lang="en-US" dirty="0"/>
          </a:p>
        </p:txBody>
      </p:sp>
      <p:sp>
        <p:nvSpPr>
          <p:cNvPr id="5" name="Footer Placeholder 4">
            <a:extLst>
              <a:ext uri="{FF2B5EF4-FFF2-40B4-BE49-F238E27FC236}">
                <a16:creationId xmlns:a16="http://schemas.microsoft.com/office/drawing/2014/main" xmlns="" id="{BC914D44-77A3-B487-9581-0A92F6372AE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0BA2A459-5A04-357D-B382-6BE1DD626B23}"/>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1011772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51BCBDC-C7D7-B7E0-CAAB-1D92D71538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72FC871F-A9DC-4787-76E3-BE67951C9E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F97415D-7A04-4180-797B-F7058EBABAAE}"/>
              </a:ext>
            </a:extLst>
          </p:cNvPr>
          <p:cNvSpPr>
            <a:spLocks noGrp="1"/>
          </p:cNvSpPr>
          <p:nvPr>
            <p:ph type="dt" sz="half" idx="10"/>
          </p:nvPr>
        </p:nvSpPr>
        <p:spPr/>
        <p:txBody>
          <a:bodyPr/>
          <a:lstStyle/>
          <a:p>
            <a:fld id="{CAE31FF8-BA1C-4967-AE2F-A41C2EC399CD}" type="datetime1">
              <a:rPr lang="en-US" smtClean="0"/>
              <a:t>10/30/2026</a:t>
            </a:fld>
            <a:endParaRPr lang="en-US" dirty="0"/>
          </a:p>
        </p:txBody>
      </p:sp>
      <p:sp>
        <p:nvSpPr>
          <p:cNvPr id="5" name="Footer Placeholder 4">
            <a:extLst>
              <a:ext uri="{FF2B5EF4-FFF2-40B4-BE49-F238E27FC236}">
                <a16:creationId xmlns:a16="http://schemas.microsoft.com/office/drawing/2014/main" xmlns="" id="{20DC9C4C-9B59-6356-8700-FF19C853E8D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AEB17399-291D-478F-349C-C850DA89E5EC}"/>
              </a:ext>
            </a:extLst>
          </p:cNvPr>
          <p:cNvSpPr>
            <a:spLocks noGrp="1"/>
          </p:cNvSpPr>
          <p:nvPr>
            <p:ph type="sldNum" sz="quarter" idx="12"/>
          </p:nvPr>
        </p:nvSpPr>
        <p:spPr/>
        <p:txBody>
          <a:bodyPr/>
          <a:lstStyle/>
          <a:p>
            <a:fld id="{7991A71A-F5B7-4A51-AE9E-304FF012E646}" type="slidenum">
              <a:rPr lang="en-US" smtClean="0"/>
              <a:t>‹#›</a:t>
            </a:fld>
            <a:endParaRPr lang="en-US" dirty="0"/>
          </a:p>
        </p:txBody>
      </p:sp>
    </p:spTree>
    <p:extLst>
      <p:ext uri="{BB962C8B-B14F-4D97-AF65-F5344CB8AC3E}">
        <p14:creationId xmlns:p14="http://schemas.microsoft.com/office/powerpoint/2010/main" val="38847442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37506C-E094-BF23-9937-700DEFADE1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FA1F9E5A-57E6-3812-356E-D3F4543024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F5BD506D-533F-4FB3-94FF-D61E5AF27A4B}"/>
              </a:ext>
            </a:extLst>
          </p:cNvPr>
          <p:cNvSpPr>
            <a:spLocks noGrp="1"/>
          </p:cNvSpPr>
          <p:nvPr>
            <p:ph type="dt" sz="half" idx="10"/>
          </p:nvPr>
        </p:nvSpPr>
        <p:spPr/>
        <p:txBody>
          <a:bodyPr/>
          <a:lstStyle/>
          <a:p>
            <a:fld id="{A1C2217B-9FA6-4A1D-8C97-63034FA065BB}" type="datetime1">
              <a:rPr lang="en-US" smtClean="0"/>
              <a:t>10/30/2026</a:t>
            </a:fld>
            <a:endParaRPr lang="en-US" dirty="0"/>
          </a:p>
        </p:txBody>
      </p:sp>
      <p:sp>
        <p:nvSpPr>
          <p:cNvPr id="5" name="Footer Placeholder 4">
            <a:extLst>
              <a:ext uri="{FF2B5EF4-FFF2-40B4-BE49-F238E27FC236}">
                <a16:creationId xmlns:a16="http://schemas.microsoft.com/office/drawing/2014/main" xmlns="" id="{0369AE2C-81D0-C840-F846-F7A2C100E3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DA8BB7F-147F-F28A-72AD-2AAEABF669AB}"/>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3093827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F97A85-C441-8B2E-2DB3-4876FB8D22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9A30945-F976-7E35-6F52-B5937F68C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330EAE9-7A21-1831-71D7-5614936B6DEC}"/>
              </a:ext>
            </a:extLst>
          </p:cNvPr>
          <p:cNvSpPr>
            <a:spLocks noGrp="1"/>
          </p:cNvSpPr>
          <p:nvPr>
            <p:ph type="dt" sz="half" idx="10"/>
          </p:nvPr>
        </p:nvSpPr>
        <p:spPr/>
        <p:txBody>
          <a:bodyPr/>
          <a:lstStyle/>
          <a:p>
            <a:fld id="{0171C536-E8C5-43B2-921B-4F872B204DA1}" type="datetime1">
              <a:rPr lang="en-US" smtClean="0"/>
              <a:t>10/30/2026</a:t>
            </a:fld>
            <a:endParaRPr lang="en-US" dirty="0"/>
          </a:p>
        </p:txBody>
      </p:sp>
      <p:sp>
        <p:nvSpPr>
          <p:cNvPr id="5" name="Footer Placeholder 4">
            <a:extLst>
              <a:ext uri="{FF2B5EF4-FFF2-40B4-BE49-F238E27FC236}">
                <a16:creationId xmlns:a16="http://schemas.microsoft.com/office/drawing/2014/main" xmlns="" id="{D015D54B-ABFC-84A3-9373-832E3088B7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1E7C335C-DDAA-EBF7-944C-D016303E7B7B}"/>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833027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15D66D-5AF8-DA3A-A876-B0C0248316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AAAEA46-99F3-5E1E-9B85-1F539B5461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D538E7C-CC6A-E031-E1A1-FD6412EEDC2C}"/>
              </a:ext>
            </a:extLst>
          </p:cNvPr>
          <p:cNvSpPr>
            <a:spLocks noGrp="1"/>
          </p:cNvSpPr>
          <p:nvPr>
            <p:ph type="dt" sz="half" idx="10"/>
          </p:nvPr>
        </p:nvSpPr>
        <p:spPr/>
        <p:txBody>
          <a:bodyPr/>
          <a:lstStyle/>
          <a:p>
            <a:fld id="{AC361A06-68B7-40A7-BFC5-4FBCCAB02243}" type="datetime1">
              <a:rPr lang="en-US" smtClean="0"/>
              <a:t>10/30/2026</a:t>
            </a:fld>
            <a:endParaRPr lang="en-US" dirty="0"/>
          </a:p>
        </p:txBody>
      </p:sp>
      <p:sp>
        <p:nvSpPr>
          <p:cNvPr id="5" name="Footer Placeholder 4">
            <a:extLst>
              <a:ext uri="{FF2B5EF4-FFF2-40B4-BE49-F238E27FC236}">
                <a16:creationId xmlns:a16="http://schemas.microsoft.com/office/drawing/2014/main" xmlns="" id="{054EF7DB-B059-C2C0-544F-67E0E9802F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22FF147B-DC4C-8CB3-3CFB-6D5AA1865FE1}"/>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2627879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0092EE-D198-0E59-06D5-5835AA283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48C6CC4-B174-45F1-9543-2938E5F275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27167C84-438C-CCD4-9CCB-8B4DC64DB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29DC7326-2EBC-36A9-6EA5-F848DAD42BB2}"/>
              </a:ext>
            </a:extLst>
          </p:cNvPr>
          <p:cNvSpPr>
            <a:spLocks noGrp="1"/>
          </p:cNvSpPr>
          <p:nvPr>
            <p:ph type="dt" sz="half" idx="10"/>
          </p:nvPr>
        </p:nvSpPr>
        <p:spPr/>
        <p:txBody>
          <a:bodyPr/>
          <a:lstStyle/>
          <a:p>
            <a:fld id="{7642F716-531B-4C4C-8FA9-B1D8F1C00571}" type="datetime1">
              <a:rPr lang="en-US" smtClean="0"/>
              <a:t>10/30/2026</a:t>
            </a:fld>
            <a:endParaRPr lang="en-US" dirty="0"/>
          </a:p>
        </p:txBody>
      </p:sp>
      <p:sp>
        <p:nvSpPr>
          <p:cNvPr id="6" name="Footer Placeholder 5">
            <a:extLst>
              <a:ext uri="{FF2B5EF4-FFF2-40B4-BE49-F238E27FC236}">
                <a16:creationId xmlns:a16="http://schemas.microsoft.com/office/drawing/2014/main" xmlns="" id="{AB85AE2C-8A9C-5C1C-C317-E7BC541B979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38BC1372-4574-A074-6AEC-01EDB3163F87}"/>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893293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7D6F1B-273D-6B4D-4956-B7C3CE6654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1EC03EEA-ED2D-F24F-A3FE-4BBAB9CAAA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0622EB3-770D-229C-3FC7-E3A8222D34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937FB5AA-FC1A-6636-B331-208015DC84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E4F86AC-ED11-3FBC-C4FC-D2CAAA4721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69D00FE7-09CE-19E1-9CE3-CF65BF0DCBC5}"/>
              </a:ext>
            </a:extLst>
          </p:cNvPr>
          <p:cNvSpPr>
            <a:spLocks noGrp="1"/>
          </p:cNvSpPr>
          <p:nvPr>
            <p:ph type="dt" sz="half" idx="10"/>
          </p:nvPr>
        </p:nvSpPr>
        <p:spPr/>
        <p:txBody>
          <a:bodyPr/>
          <a:lstStyle/>
          <a:p>
            <a:fld id="{2FE670A4-18AB-4F2D-927D-410854589132}" type="datetime1">
              <a:rPr lang="en-US" smtClean="0"/>
              <a:t>10/30/2026</a:t>
            </a:fld>
            <a:endParaRPr lang="en-US" dirty="0"/>
          </a:p>
        </p:txBody>
      </p:sp>
      <p:sp>
        <p:nvSpPr>
          <p:cNvPr id="8" name="Footer Placeholder 7">
            <a:extLst>
              <a:ext uri="{FF2B5EF4-FFF2-40B4-BE49-F238E27FC236}">
                <a16:creationId xmlns:a16="http://schemas.microsoft.com/office/drawing/2014/main" xmlns="" id="{ADB7CFC6-CF74-E61B-243F-56BE9102735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F73657BA-8276-B2D1-67E4-023D944C88BA}"/>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10895011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24FD7E-EBC2-74EF-FA5A-0046300752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CAB3FDE-964C-D37A-1EA6-0342A0261D46}"/>
              </a:ext>
            </a:extLst>
          </p:cNvPr>
          <p:cNvSpPr>
            <a:spLocks noGrp="1"/>
          </p:cNvSpPr>
          <p:nvPr>
            <p:ph type="dt" sz="half" idx="10"/>
          </p:nvPr>
        </p:nvSpPr>
        <p:spPr/>
        <p:txBody>
          <a:bodyPr/>
          <a:lstStyle/>
          <a:p>
            <a:fld id="{909D98FA-A604-4D64-9F8F-136AAE7D500E}" type="datetime1">
              <a:rPr lang="en-US" smtClean="0"/>
              <a:t>10/30/2026</a:t>
            </a:fld>
            <a:endParaRPr lang="en-US" dirty="0"/>
          </a:p>
        </p:txBody>
      </p:sp>
      <p:sp>
        <p:nvSpPr>
          <p:cNvPr id="4" name="Footer Placeholder 3">
            <a:extLst>
              <a:ext uri="{FF2B5EF4-FFF2-40B4-BE49-F238E27FC236}">
                <a16:creationId xmlns:a16="http://schemas.microsoft.com/office/drawing/2014/main" xmlns="" id="{C897B575-0C65-FBF5-2D2E-5E805538E40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39B2CBD4-63D1-AE63-A3D3-EFF09BC3A50B}"/>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12366528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79218BF-4D50-4498-8BAE-21D84D92D3D7}"/>
              </a:ext>
            </a:extLst>
          </p:cNvPr>
          <p:cNvSpPr>
            <a:spLocks noGrp="1"/>
          </p:cNvSpPr>
          <p:nvPr>
            <p:ph type="dt" sz="half" idx="10"/>
          </p:nvPr>
        </p:nvSpPr>
        <p:spPr/>
        <p:txBody>
          <a:bodyPr/>
          <a:lstStyle/>
          <a:p>
            <a:fld id="{E372F9A6-8FAB-4854-B685-4E39C8D73587}" type="datetime1">
              <a:rPr lang="en-US" smtClean="0"/>
              <a:t>10/30/2026</a:t>
            </a:fld>
            <a:endParaRPr lang="en-US" dirty="0"/>
          </a:p>
        </p:txBody>
      </p:sp>
      <p:sp>
        <p:nvSpPr>
          <p:cNvPr id="3" name="Footer Placeholder 2">
            <a:extLst>
              <a:ext uri="{FF2B5EF4-FFF2-40B4-BE49-F238E27FC236}">
                <a16:creationId xmlns:a16="http://schemas.microsoft.com/office/drawing/2014/main" xmlns="" id="{354525D3-B422-C90A-848D-E65C4FF79D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218299D5-65C3-9650-C351-270B4CC0CA54}"/>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11660968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043322-647D-2FDF-38CA-ABCDAA992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BE95BD62-A3F4-8983-4EC3-C75B5CACEE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196D09A-FECB-A432-BF31-769F63172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2E5B3D0-C921-41C2-D2C4-3A80523E6DB2}"/>
              </a:ext>
            </a:extLst>
          </p:cNvPr>
          <p:cNvSpPr>
            <a:spLocks noGrp="1"/>
          </p:cNvSpPr>
          <p:nvPr>
            <p:ph type="dt" sz="half" idx="10"/>
          </p:nvPr>
        </p:nvSpPr>
        <p:spPr/>
        <p:txBody>
          <a:bodyPr/>
          <a:lstStyle/>
          <a:p>
            <a:fld id="{CC437D22-2642-4AFA-85F7-A88016EC2787}" type="datetime1">
              <a:rPr lang="en-US" smtClean="0"/>
              <a:t>10/30/2026</a:t>
            </a:fld>
            <a:endParaRPr lang="en-US" dirty="0"/>
          </a:p>
        </p:txBody>
      </p:sp>
      <p:sp>
        <p:nvSpPr>
          <p:cNvPr id="6" name="Footer Placeholder 5">
            <a:extLst>
              <a:ext uri="{FF2B5EF4-FFF2-40B4-BE49-F238E27FC236}">
                <a16:creationId xmlns:a16="http://schemas.microsoft.com/office/drawing/2014/main" xmlns="" id="{A4FE3A4B-5006-D83C-AC99-B3757F15612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EE6DF979-DCC8-8D35-DF04-99D212AD31F3}"/>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1254771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7363B5-684F-9BFC-B043-9064F8DFC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57F5E0D9-9EFF-A6AC-6377-8C39CD10E4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F92D8727-C8CF-D38D-3133-079E10E3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90A5B71-FC6C-E811-3FB9-AF15EEE65CFC}"/>
              </a:ext>
            </a:extLst>
          </p:cNvPr>
          <p:cNvSpPr>
            <a:spLocks noGrp="1"/>
          </p:cNvSpPr>
          <p:nvPr>
            <p:ph type="dt" sz="half" idx="10"/>
          </p:nvPr>
        </p:nvSpPr>
        <p:spPr/>
        <p:txBody>
          <a:bodyPr/>
          <a:lstStyle/>
          <a:p>
            <a:fld id="{DCF37B63-EA39-440E-A80F-32C992E0AAA4}" type="datetime1">
              <a:rPr lang="en-US" smtClean="0"/>
              <a:t>10/30/2026</a:t>
            </a:fld>
            <a:endParaRPr lang="en-US" dirty="0"/>
          </a:p>
        </p:txBody>
      </p:sp>
      <p:sp>
        <p:nvSpPr>
          <p:cNvPr id="6" name="Footer Placeholder 5">
            <a:extLst>
              <a:ext uri="{FF2B5EF4-FFF2-40B4-BE49-F238E27FC236}">
                <a16:creationId xmlns:a16="http://schemas.microsoft.com/office/drawing/2014/main" xmlns="" id="{069A3CD0-61D1-E3E0-ADC5-CB145BD65C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531607CD-0B27-8705-42DD-EEA4D14BB942}"/>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37070766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E8C11D-C10B-05C5-6DAA-78BE5BCD2B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E25AAE02-CD6E-1C7B-3438-61B404B0C9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CD85AEF-A587-095C-517C-AC3B37A29040}"/>
              </a:ext>
            </a:extLst>
          </p:cNvPr>
          <p:cNvSpPr>
            <a:spLocks noGrp="1"/>
          </p:cNvSpPr>
          <p:nvPr>
            <p:ph type="dt" sz="half" idx="10"/>
          </p:nvPr>
        </p:nvSpPr>
        <p:spPr/>
        <p:txBody>
          <a:bodyPr/>
          <a:lstStyle/>
          <a:p>
            <a:fld id="{FDF3E044-CC69-4E3E-9768-3607B9AF8EDD}" type="datetime1">
              <a:rPr lang="en-US" smtClean="0"/>
              <a:t>10/30/2026</a:t>
            </a:fld>
            <a:endParaRPr lang="en-US" dirty="0"/>
          </a:p>
        </p:txBody>
      </p:sp>
      <p:sp>
        <p:nvSpPr>
          <p:cNvPr id="5" name="Footer Placeholder 4">
            <a:extLst>
              <a:ext uri="{FF2B5EF4-FFF2-40B4-BE49-F238E27FC236}">
                <a16:creationId xmlns:a16="http://schemas.microsoft.com/office/drawing/2014/main" xmlns="" id="{0A05F102-F5A0-026C-69E6-9F899B0F05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AA8EB449-DF26-EE83-861E-A9C1C77E4345}"/>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15864100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1AF0CA4-04DE-EA8E-C363-2D41F351F5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63EC67A-E18C-F590-FCCC-F1E99DE92A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3E35E8B-5956-02FC-F336-B8DA8133550E}"/>
              </a:ext>
            </a:extLst>
          </p:cNvPr>
          <p:cNvSpPr>
            <a:spLocks noGrp="1"/>
          </p:cNvSpPr>
          <p:nvPr>
            <p:ph type="dt" sz="half" idx="10"/>
          </p:nvPr>
        </p:nvSpPr>
        <p:spPr/>
        <p:txBody>
          <a:bodyPr/>
          <a:lstStyle/>
          <a:p>
            <a:fld id="{09C90155-455F-4E98-94BE-71A6987853BB}" type="datetime1">
              <a:rPr lang="en-US" smtClean="0"/>
              <a:t>10/30/2026</a:t>
            </a:fld>
            <a:endParaRPr lang="en-US" dirty="0"/>
          </a:p>
        </p:txBody>
      </p:sp>
      <p:sp>
        <p:nvSpPr>
          <p:cNvPr id="5" name="Footer Placeholder 4">
            <a:extLst>
              <a:ext uri="{FF2B5EF4-FFF2-40B4-BE49-F238E27FC236}">
                <a16:creationId xmlns:a16="http://schemas.microsoft.com/office/drawing/2014/main" xmlns="" id="{2377F89E-13EB-327E-C316-247230B0134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948C5C09-1070-F116-B1D7-F71B5BF66FFA}"/>
              </a:ext>
            </a:extLst>
          </p:cNvPr>
          <p:cNvSpPr>
            <a:spLocks noGrp="1"/>
          </p:cNvSpPr>
          <p:nvPr>
            <p:ph type="sldNum" sz="quarter" idx="12"/>
          </p:nvPr>
        </p:nvSpPr>
        <p:spPr/>
        <p:txBody>
          <a:bodyPr/>
          <a:lstStyle/>
          <a:p>
            <a:fld id="{E8316ECB-BF8D-4152-B00B-C17A4C877B7E}" type="slidenum">
              <a:rPr lang="en-US" smtClean="0"/>
              <a:t>‹#›</a:t>
            </a:fld>
            <a:endParaRPr lang="en-US" dirty="0"/>
          </a:p>
        </p:txBody>
      </p:sp>
    </p:spTree>
    <p:extLst>
      <p:ext uri="{BB962C8B-B14F-4D97-AF65-F5344CB8AC3E}">
        <p14:creationId xmlns:p14="http://schemas.microsoft.com/office/powerpoint/2010/main" val="14542228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Break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a:solidFill>
            <a:srgbClr val="0C184E">
              <a:alpha val="80000"/>
            </a:srgbClr>
          </a:solidFill>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67090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Break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a:solidFill>
            <a:srgbClr val="0C184E">
              <a:alpha val="80000"/>
            </a:srgbClr>
          </a:solidFill>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857521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Break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a:solidFill>
            <a:srgbClr val="0C184E">
              <a:alpha val="80000"/>
            </a:srgbClr>
          </a:solidFill>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877676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Break 4">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a:solidFill>
            <a:srgbClr val="0C184E">
              <a:alpha val="80000"/>
            </a:srgbClr>
          </a:solidFill>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75806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Section Break 5">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lvl1pPr>
              <a:defRPr b="0"/>
            </a:lvl1p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a:prstGeom prst="rect">
            <a:avLst/>
          </a:prstGeom>
        </p:spPr>
        <p:txBody>
          <a:bodyPr lIns="91438" tIns="45719" rIns="91438" bIns="45719"/>
          <a:lstStyle>
            <a:lvl1pPr marL="0" indent="0" algn="ctr">
              <a:buNone/>
              <a:defRPr sz="2400">
                <a:solidFill>
                  <a:schemeClr val="tx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42867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Break 6">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01518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Break 7">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36041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8">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901298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9">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903079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10">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tx2"/>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83614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Break 1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30062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Break 12">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446088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Break 13">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22915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Break 14">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0"/>
            <a:ext cx="10363200" cy="1470025"/>
          </a:xfrm>
        </p:spPr>
        <p:txBody>
          <a:bodyPr/>
          <a:lstStyle>
            <a:lvl1pPr algn="l">
              <a:defRPr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480815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536234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a:xfrm>
            <a:off x="335360" y="980728"/>
            <a:ext cx="11521280" cy="5184576"/>
          </a:xfrm>
        </p:spPr>
        <p:txBody>
          <a:bodyPr/>
          <a:lstStyle>
            <a:lvl1pPr>
              <a:buClr>
                <a:schemeClr val="accent3"/>
              </a:buClr>
              <a:defRPr/>
            </a:lvl1pPr>
            <a:lvl2pPr>
              <a:buClr>
                <a:schemeClr val="accent3"/>
              </a:buClr>
              <a:defRPr/>
            </a:lvl2pPr>
            <a:lvl3pPr>
              <a:buClr>
                <a:schemeClr val="accent3"/>
              </a:buClr>
              <a:defRPr sz="1800"/>
            </a:lvl3pPr>
            <a:lvl4pPr>
              <a:buClr>
                <a:schemeClr val="accent3"/>
              </a:buClr>
              <a:defRPr sz="1600"/>
            </a:lvl4pPr>
            <a:lvl5pPr>
              <a:buClr>
                <a:schemeClr val="accent3"/>
              </a:buCl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Box 11">
            <a:extLst>
              <a:ext uri="{FF2B5EF4-FFF2-40B4-BE49-F238E27FC236}">
                <a16:creationId xmlns:a16="http://schemas.microsoft.com/office/drawing/2014/main" xmlns="" id="{19936399-62DD-B0D6-D265-980CD86F76B6}"/>
              </a:ext>
            </a:extLst>
          </p:cNvPr>
          <p:cNvSpPr txBox="1"/>
          <p:nvPr userDrawn="1"/>
        </p:nvSpPr>
        <p:spPr>
          <a:xfrm>
            <a:off x="11734800" y="6276134"/>
            <a:ext cx="563960" cy="276999"/>
          </a:xfrm>
          <a:prstGeom prst="rect">
            <a:avLst/>
          </a:prstGeom>
          <a:noFill/>
        </p:spPr>
        <p:txBody>
          <a:bodyPr wrap="square" rtlCol="0">
            <a:spAutoFit/>
          </a:bodyPr>
          <a:lstStyle/>
          <a:p>
            <a:fld id="{D47CC1F2-4050-44B9-9D50-B13C9B44BFA3}" type="slidenum">
              <a:rPr lang="en-US" sz="1200" smtClean="0">
                <a:solidFill>
                  <a:srgbClr val="FF0000"/>
                </a:solidFill>
              </a:rPr>
              <a:t>‹#›</a:t>
            </a:fld>
            <a:endParaRPr lang="en-US" sz="1200" dirty="0">
              <a:solidFill>
                <a:srgbClr val="FF0000"/>
              </a:solidFill>
            </a:endParaRPr>
          </a:p>
        </p:txBody>
      </p:sp>
    </p:spTree>
    <p:extLst>
      <p:ext uri="{BB962C8B-B14F-4D97-AF65-F5344CB8AC3E}">
        <p14:creationId xmlns:p14="http://schemas.microsoft.com/office/powerpoint/2010/main" val="363296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B6DA1E-78B3-AD86-B5EF-97312B061F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94857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5360" y="1124744"/>
            <a:ext cx="5659040" cy="5184576"/>
          </a:xfrm>
        </p:spPr>
        <p:txBody>
          <a:bodyPr>
            <a:normAutofit/>
          </a:bodyPr>
          <a:lstStyle>
            <a:lvl1pPr>
              <a:defRPr sz="2400"/>
            </a:lvl1pPr>
            <a:lvl2pPr>
              <a:defRPr sz="2000"/>
            </a:lvl2pPr>
            <a:lvl3pPr>
              <a:defRPr sz="1800"/>
            </a:lvl3pPr>
            <a:lvl4pPr>
              <a:defRPr sz="1600"/>
            </a:lvl4pPr>
            <a:lvl5pPr>
              <a:defRPr sz="1600"/>
            </a:lvl5pPr>
            <a:lvl6pPr>
              <a:defRPr sz="1900"/>
            </a:lvl6pPr>
            <a:lvl7pPr>
              <a:defRPr sz="1900"/>
            </a:lvl7pPr>
            <a:lvl8pPr>
              <a:defRPr sz="1900"/>
            </a:lvl8pPr>
            <a:lvl9pPr>
              <a:defRPr sz="1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124744"/>
            <a:ext cx="5659040" cy="5184576"/>
          </a:xfrm>
        </p:spPr>
        <p:txBody>
          <a:bodyPr>
            <a:normAutofit/>
          </a:bodyPr>
          <a:lstStyle>
            <a:lvl1pPr>
              <a:defRPr sz="2400"/>
            </a:lvl1pPr>
            <a:lvl2pPr>
              <a:defRPr sz="2000"/>
            </a:lvl2pPr>
            <a:lvl3pPr>
              <a:defRPr sz="1800"/>
            </a:lvl3pPr>
            <a:lvl4pPr>
              <a:defRPr sz="1600"/>
            </a:lvl4pPr>
            <a:lvl5pPr>
              <a:defRPr sz="1600"/>
            </a:lvl5pPr>
            <a:lvl6pPr>
              <a:defRPr sz="1900"/>
            </a:lvl6pPr>
            <a:lvl7pPr>
              <a:defRPr sz="1900"/>
            </a:lvl7pPr>
            <a:lvl8pPr>
              <a:defRPr sz="1900"/>
            </a:lvl8pPr>
            <a:lvl9pPr>
              <a:defRPr sz="1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25880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endParaRPr lang="en-GB" dirty="0"/>
          </a:p>
        </p:txBody>
      </p:sp>
      <p:sp>
        <p:nvSpPr>
          <p:cNvPr id="3" name="Text Placeholder 2"/>
          <p:cNvSpPr>
            <a:spLocks noGrp="1"/>
          </p:cNvSpPr>
          <p:nvPr>
            <p:ph type="body" idx="1"/>
          </p:nvPr>
        </p:nvSpPr>
        <p:spPr>
          <a:xfrm>
            <a:off x="335360" y="1196752"/>
            <a:ext cx="5661157" cy="639763"/>
          </a:xfrm>
        </p:spPr>
        <p:txBody>
          <a:bodyPr anchor="b">
            <a:normAutofit/>
          </a:bodyPr>
          <a:lstStyle>
            <a:lvl1pPr marL="0" indent="0">
              <a:buNone/>
              <a:defRPr sz="2800" b="0">
                <a:latin typeface="+mj-lt"/>
              </a:defRPr>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35360" y="1988840"/>
            <a:ext cx="5661157" cy="432048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196752"/>
            <a:ext cx="5663273" cy="639763"/>
          </a:xfrm>
        </p:spPr>
        <p:txBody>
          <a:bodyPr anchor="b">
            <a:normAutofit/>
          </a:bodyPr>
          <a:lstStyle>
            <a:lvl1pPr marL="0" indent="0">
              <a:buNone/>
              <a:defRPr sz="2800" b="0">
                <a:latin typeface="+mj-lt"/>
              </a:defRPr>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9" y="1988840"/>
            <a:ext cx="5663273" cy="432048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40529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9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3677096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normAutofit/>
          </a:bodyPr>
          <a:lstStyle>
            <a:lvl1pPr algn="l">
              <a:defRPr sz="3200" b="0" cap="all"/>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normAutofit/>
          </a:bodyPr>
          <a:lstStyle>
            <a:lvl1pPr marL="0" indent="0">
              <a:buNone/>
              <a:defRPr sz="2400">
                <a:solidFill>
                  <a:schemeClr val="tx1">
                    <a:tint val="75000"/>
                  </a:schemeClr>
                </a:solidFill>
              </a:defRPr>
            </a:lvl1pPr>
            <a:lvl2pPr marL="457189" indent="0">
              <a:buNone/>
              <a:defRPr sz="1900">
                <a:solidFill>
                  <a:schemeClr val="tx1">
                    <a:tint val="75000"/>
                  </a:schemeClr>
                </a:solidFill>
              </a:defRPr>
            </a:lvl2pPr>
            <a:lvl3pPr marL="914377" indent="0">
              <a:buNone/>
              <a:defRPr sz="1600">
                <a:solidFill>
                  <a:schemeClr val="tx1">
                    <a:tint val="75000"/>
                  </a:schemeClr>
                </a:solidFill>
              </a:defRPr>
            </a:lvl3pPr>
            <a:lvl4pPr marL="1371566" indent="0">
              <a:buNone/>
              <a:defRPr sz="1500">
                <a:solidFill>
                  <a:schemeClr val="tx1">
                    <a:tint val="75000"/>
                  </a:schemeClr>
                </a:solidFill>
              </a:defRPr>
            </a:lvl4pPr>
            <a:lvl5pPr marL="1828754" indent="0">
              <a:buNone/>
              <a:defRPr sz="1500">
                <a:solidFill>
                  <a:schemeClr val="tx1">
                    <a:tint val="75000"/>
                  </a:schemeClr>
                </a:solidFill>
              </a:defRPr>
            </a:lvl5pPr>
            <a:lvl6pPr marL="2285943" indent="0">
              <a:buNone/>
              <a:defRPr sz="1500">
                <a:solidFill>
                  <a:schemeClr val="tx1">
                    <a:tint val="75000"/>
                  </a:schemeClr>
                </a:solidFill>
              </a:defRPr>
            </a:lvl6pPr>
            <a:lvl7pPr marL="2743131" indent="0">
              <a:buNone/>
              <a:defRPr sz="1500">
                <a:solidFill>
                  <a:schemeClr val="tx1">
                    <a:tint val="75000"/>
                  </a:schemeClr>
                </a:solidFill>
              </a:defRPr>
            </a:lvl7pPr>
            <a:lvl8pPr marL="3200320" indent="0">
              <a:buNone/>
              <a:defRPr sz="1500">
                <a:solidFill>
                  <a:schemeClr val="tx1">
                    <a:tint val="75000"/>
                  </a:schemeClr>
                </a:solidFill>
              </a:defRPr>
            </a:lvl8pPr>
            <a:lvl9pPr marL="3657509" indent="0">
              <a:buNone/>
              <a:defRPr sz="15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147675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35362" y="273049"/>
            <a:ext cx="4285324" cy="1162051"/>
          </a:xfrm>
        </p:spPr>
        <p:txBody>
          <a:bodyPr anchor="b">
            <a:normAutofit/>
          </a:bodyPr>
          <a:lstStyle>
            <a:lvl1pPr algn="l">
              <a:defRPr sz="2000" b="0"/>
            </a:lvl1pPr>
          </a:lstStyle>
          <a:p>
            <a:r>
              <a:rPr lang="en-US" dirty="0"/>
              <a:t>Click to edit Master title style</a:t>
            </a:r>
            <a:endParaRPr lang="en-GB" dirty="0"/>
          </a:p>
        </p:txBody>
      </p:sp>
      <p:sp>
        <p:nvSpPr>
          <p:cNvPr id="3" name="Content Placeholder 2"/>
          <p:cNvSpPr>
            <a:spLocks noGrp="1"/>
          </p:cNvSpPr>
          <p:nvPr>
            <p:ph idx="1"/>
          </p:nvPr>
        </p:nvSpPr>
        <p:spPr>
          <a:xfrm>
            <a:off x="4766733" y="273050"/>
            <a:ext cx="7089907" cy="6036271"/>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335362" y="1435101"/>
            <a:ext cx="4285324" cy="4874220"/>
          </a:xfrm>
        </p:spPr>
        <p:txBody>
          <a:bodyPr>
            <a:normAutofit/>
          </a:bodyPr>
          <a:lstStyle>
            <a:lvl1pPr marL="0" indent="0">
              <a:buNone/>
              <a:defRPr sz="1600"/>
            </a:lvl1pPr>
            <a:lvl2pPr marL="457189" indent="0">
              <a:buNone/>
              <a:defRPr sz="1200"/>
            </a:lvl2pPr>
            <a:lvl3pPr marL="914377" indent="0">
              <a:buNone/>
              <a:defRPr sz="11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Tree>
    <p:extLst>
      <p:ext uri="{BB962C8B-B14F-4D97-AF65-F5344CB8AC3E}">
        <p14:creationId xmlns:p14="http://schemas.microsoft.com/office/powerpoint/2010/main" val="3643102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noAutofit/>
          </a:bodyPr>
          <a:lstStyle>
            <a:lvl1pPr algn="l">
              <a:defRPr sz="3200" b="0"/>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endParaRPr lang="en-GB" dirty="0"/>
          </a:p>
        </p:txBody>
      </p:sp>
      <p:sp>
        <p:nvSpPr>
          <p:cNvPr id="4" name="Text Placeholder 3"/>
          <p:cNvSpPr>
            <a:spLocks noGrp="1"/>
          </p:cNvSpPr>
          <p:nvPr>
            <p:ph type="body" sz="half" idx="2"/>
          </p:nvPr>
        </p:nvSpPr>
        <p:spPr>
          <a:xfrm>
            <a:off x="2389717" y="5367338"/>
            <a:ext cx="7315200" cy="804863"/>
          </a:xfrm>
        </p:spPr>
        <p:txBody>
          <a:bodyPr>
            <a:normAutofit/>
          </a:bodyPr>
          <a:lstStyle>
            <a:lvl1pPr marL="0" indent="0">
              <a:buNone/>
              <a:defRPr sz="2400">
                <a:solidFill>
                  <a:schemeClr val="tx2"/>
                </a:solidFill>
              </a:defRPr>
            </a:lvl1pPr>
            <a:lvl2pPr marL="457189" indent="0">
              <a:buNone/>
              <a:defRPr sz="1200"/>
            </a:lvl2pPr>
            <a:lvl3pPr marL="914377" indent="0">
              <a:buNone/>
              <a:defRPr sz="11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Tree>
    <p:extLst>
      <p:ext uri="{BB962C8B-B14F-4D97-AF65-F5344CB8AC3E}">
        <p14:creationId xmlns:p14="http://schemas.microsoft.com/office/powerpoint/2010/main" val="102946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76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3440" y="274637"/>
            <a:ext cx="2743200" cy="6034683"/>
          </a:xfrm>
        </p:spPr>
        <p:txBody>
          <a:bodyPr vert="eaVert"/>
          <a:lstStyle/>
          <a:p>
            <a:r>
              <a:rPr lang="en-US" dirty="0"/>
              <a:t>Click to edit Master title style</a:t>
            </a:r>
            <a:endParaRPr lang="en-GB" dirty="0"/>
          </a:p>
        </p:txBody>
      </p:sp>
      <p:sp>
        <p:nvSpPr>
          <p:cNvPr id="3" name="Vertical Text Placeholder 2"/>
          <p:cNvSpPr>
            <a:spLocks noGrp="1"/>
          </p:cNvSpPr>
          <p:nvPr>
            <p:ph type="body" orient="vert" idx="1"/>
          </p:nvPr>
        </p:nvSpPr>
        <p:spPr>
          <a:xfrm>
            <a:off x="335360" y="274637"/>
            <a:ext cx="8544949" cy="6034683"/>
          </a:xfrm>
        </p:spPr>
        <p:txBody>
          <a:bodyPr vert="eaVert"/>
          <a:lstStyle>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72235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1D6CD-0097-BF5E-4FA1-70DD0509AC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166D366F-64C3-2EEC-CC31-40ABFD9519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CB21F192-36F7-C0D6-1D38-4A93CA914BDF}"/>
              </a:ext>
            </a:extLst>
          </p:cNvPr>
          <p:cNvSpPr>
            <a:spLocks noGrp="1"/>
          </p:cNvSpPr>
          <p:nvPr>
            <p:ph type="dt" sz="half" idx="10"/>
          </p:nvPr>
        </p:nvSpPr>
        <p:spPr/>
        <p:txBody>
          <a:bodyPr/>
          <a:lstStyle/>
          <a:p>
            <a:fld id="{50B68CBB-E7C3-433A-94B1-6B45BC02DE3F}" type="datetime1">
              <a:rPr lang="en-US" smtClean="0"/>
              <a:t>10/30/2026</a:t>
            </a:fld>
            <a:endParaRPr lang="en-US" dirty="0"/>
          </a:p>
        </p:txBody>
      </p:sp>
      <p:sp>
        <p:nvSpPr>
          <p:cNvPr id="5" name="Footer Placeholder 4">
            <a:extLst>
              <a:ext uri="{FF2B5EF4-FFF2-40B4-BE49-F238E27FC236}">
                <a16:creationId xmlns:a16="http://schemas.microsoft.com/office/drawing/2014/main" xmlns="" id="{E170DA78-4919-4E4F-88D5-C69D2917163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0F605B1-10F6-03DC-974D-7C3B593FBA57}"/>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268783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613330-F3C5-E893-BC75-8F85BC9245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9AD2F22-1CE7-38CD-882E-0713C7052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30294DD-DF4B-7CB1-990B-2D376C3A11C7}"/>
              </a:ext>
            </a:extLst>
          </p:cNvPr>
          <p:cNvSpPr>
            <a:spLocks noGrp="1"/>
          </p:cNvSpPr>
          <p:nvPr>
            <p:ph type="dt" sz="half" idx="10"/>
          </p:nvPr>
        </p:nvSpPr>
        <p:spPr/>
        <p:txBody>
          <a:bodyPr/>
          <a:lstStyle/>
          <a:p>
            <a:fld id="{D54ED738-05C4-46AC-823A-C3B27B4242E5}" type="datetime1">
              <a:rPr lang="en-US" smtClean="0"/>
              <a:t>10/30/2026</a:t>
            </a:fld>
            <a:endParaRPr lang="en-US" dirty="0"/>
          </a:p>
        </p:txBody>
      </p:sp>
      <p:sp>
        <p:nvSpPr>
          <p:cNvPr id="5" name="Footer Placeholder 4">
            <a:extLst>
              <a:ext uri="{FF2B5EF4-FFF2-40B4-BE49-F238E27FC236}">
                <a16:creationId xmlns:a16="http://schemas.microsoft.com/office/drawing/2014/main" xmlns="" id="{27C94196-BB98-404D-C1A3-0720FE3754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8D3D02CE-591A-FC3B-BEA0-8F9D912DF32D}"/>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18087463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1D3631-B6F3-6663-46B2-6F3863D465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ACEE7599-C60A-BBB9-3FE1-1551620C6D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CEA0DBD-4D7F-7B69-16D2-1DB0F740F2E1}"/>
              </a:ext>
            </a:extLst>
          </p:cNvPr>
          <p:cNvSpPr>
            <a:spLocks noGrp="1"/>
          </p:cNvSpPr>
          <p:nvPr>
            <p:ph type="dt" sz="half" idx="10"/>
          </p:nvPr>
        </p:nvSpPr>
        <p:spPr/>
        <p:txBody>
          <a:bodyPr/>
          <a:lstStyle/>
          <a:p>
            <a:fld id="{0A25A53E-58C8-4A55-91AA-EC19B91C47DC}" type="datetime1">
              <a:rPr lang="en-US" smtClean="0"/>
              <a:t>10/30/2026</a:t>
            </a:fld>
            <a:endParaRPr lang="en-US" dirty="0"/>
          </a:p>
        </p:txBody>
      </p:sp>
      <p:sp>
        <p:nvSpPr>
          <p:cNvPr id="5" name="Footer Placeholder 4">
            <a:extLst>
              <a:ext uri="{FF2B5EF4-FFF2-40B4-BE49-F238E27FC236}">
                <a16:creationId xmlns:a16="http://schemas.microsoft.com/office/drawing/2014/main" xmlns="" id="{B54F5AC7-1B94-7A29-9C71-BEE6716332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196F3640-EEBF-10B9-ABB3-6C0D262AA1A7}"/>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31295436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65C409-9DFF-A3ED-0563-0ED421ADA5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364A18A6-7612-7404-D314-7086CEDC81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E35A6E88-D442-15EB-3E12-CEA977EA96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741662D-6447-65BA-ABFE-3DB0E8BECB01}"/>
              </a:ext>
            </a:extLst>
          </p:cNvPr>
          <p:cNvSpPr>
            <a:spLocks noGrp="1"/>
          </p:cNvSpPr>
          <p:nvPr>
            <p:ph type="dt" sz="half" idx="10"/>
          </p:nvPr>
        </p:nvSpPr>
        <p:spPr/>
        <p:txBody>
          <a:bodyPr/>
          <a:lstStyle/>
          <a:p>
            <a:fld id="{901220F7-3F96-458B-9D08-BAD44A904774}" type="datetime1">
              <a:rPr lang="en-US" smtClean="0"/>
              <a:t>10/30/2026</a:t>
            </a:fld>
            <a:endParaRPr lang="en-US" dirty="0"/>
          </a:p>
        </p:txBody>
      </p:sp>
      <p:sp>
        <p:nvSpPr>
          <p:cNvPr id="6" name="Footer Placeholder 5">
            <a:extLst>
              <a:ext uri="{FF2B5EF4-FFF2-40B4-BE49-F238E27FC236}">
                <a16:creationId xmlns:a16="http://schemas.microsoft.com/office/drawing/2014/main" xmlns="" id="{E9CACDDE-81E1-3416-690B-2782C12518A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355C9AFE-1206-72B2-7C7B-FC2B076B8887}"/>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37623633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9A98EE-63D9-97BC-0AAB-25B5E2B714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58CC15EB-33D8-1E36-FE25-FF20359C17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A3CCAC2-CC3A-BF9C-6626-3619AAA5E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534700DF-0FFA-070B-19CA-4610153601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9FA5273-94CF-B24B-C330-B919D5EB33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2796F531-3383-2E31-69BB-71AFEC1F26A9}"/>
              </a:ext>
            </a:extLst>
          </p:cNvPr>
          <p:cNvSpPr>
            <a:spLocks noGrp="1"/>
          </p:cNvSpPr>
          <p:nvPr>
            <p:ph type="dt" sz="half" idx="10"/>
          </p:nvPr>
        </p:nvSpPr>
        <p:spPr/>
        <p:txBody>
          <a:bodyPr/>
          <a:lstStyle/>
          <a:p>
            <a:fld id="{E581553B-E667-45C1-B6B9-572C67A08B5D}" type="datetime1">
              <a:rPr lang="en-US" smtClean="0"/>
              <a:t>10/30/2026</a:t>
            </a:fld>
            <a:endParaRPr lang="en-US" dirty="0"/>
          </a:p>
        </p:txBody>
      </p:sp>
      <p:sp>
        <p:nvSpPr>
          <p:cNvPr id="8" name="Footer Placeholder 7">
            <a:extLst>
              <a:ext uri="{FF2B5EF4-FFF2-40B4-BE49-F238E27FC236}">
                <a16:creationId xmlns:a16="http://schemas.microsoft.com/office/drawing/2014/main" xmlns="" id="{DE4C9617-87E2-1C9A-2043-86B8264FDB1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A5281C34-0C48-6E2E-2C84-608C62108C3A}"/>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41125955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C59529-8766-2D41-0079-E2D9898F5B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595BCABC-0066-1531-3ACC-59A5B113C84E}"/>
              </a:ext>
            </a:extLst>
          </p:cNvPr>
          <p:cNvSpPr>
            <a:spLocks noGrp="1"/>
          </p:cNvSpPr>
          <p:nvPr>
            <p:ph type="dt" sz="half" idx="10"/>
          </p:nvPr>
        </p:nvSpPr>
        <p:spPr/>
        <p:txBody>
          <a:bodyPr/>
          <a:lstStyle/>
          <a:p>
            <a:fld id="{84C4454B-05F7-42CF-89F9-8A7084EFCE7A}" type="datetime1">
              <a:rPr lang="en-US" smtClean="0"/>
              <a:t>10/30/2026</a:t>
            </a:fld>
            <a:endParaRPr lang="en-US" dirty="0"/>
          </a:p>
        </p:txBody>
      </p:sp>
      <p:sp>
        <p:nvSpPr>
          <p:cNvPr id="4" name="Footer Placeholder 3">
            <a:extLst>
              <a:ext uri="{FF2B5EF4-FFF2-40B4-BE49-F238E27FC236}">
                <a16:creationId xmlns:a16="http://schemas.microsoft.com/office/drawing/2014/main" xmlns="" id="{EACEB3B9-C564-E479-B230-F7D890B85F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E4E07543-BCE4-8844-640E-49159826DEFD}"/>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22739434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4E145C9-B06C-38B0-F0C6-9D55E5523E37}"/>
              </a:ext>
            </a:extLst>
          </p:cNvPr>
          <p:cNvSpPr>
            <a:spLocks noGrp="1"/>
          </p:cNvSpPr>
          <p:nvPr>
            <p:ph type="dt" sz="half" idx="10"/>
          </p:nvPr>
        </p:nvSpPr>
        <p:spPr/>
        <p:txBody>
          <a:bodyPr/>
          <a:lstStyle/>
          <a:p>
            <a:fld id="{D7B6700C-1C86-4731-B199-FA0FD319D21E}" type="datetime1">
              <a:rPr lang="en-US" smtClean="0"/>
              <a:t>10/30/2026</a:t>
            </a:fld>
            <a:endParaRPr lang="en-US" dirty="0"/>
          </a:p>
        </p:txBody>
      </p:sp>
      <p:sp>
        <p:nvSpPr>
          <p:cNvPr id="3" name="Footer Placeholder 2">
            <a:extLst>
              <a:ext uri="{FF2B5EF4-FFF2-40B4-BE49-F238E27FC236}">
                <a16:creationId xmlns:a16="http://schemas.microsoft.com/office/drawing/2014/main" xmlns="" id="{6F96E06E-E8CB-78B5-E9C9-B00C70A0E69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CFF88E35-6B27-323E-3F2A-09DDBAA45DBD}"/>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14524945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6F577-EB08-7185-075E-B1C1F01816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1C7A4BA0-AC79-E27D-10A9-4CC0C14671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9D76CC7-996B-C61D-DEC0-0F5F45AC1F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CDBD0FD-904C-79A8-7D63-6B25E2448E32}"/>
              </a:ext>
            </a:extLst>
          </p:cNvPr>
          <p:cNvSpPr>
            <a:spLocks noGrp="1"/>
          </p:cNvSpPr>
          <p:nvPr>
            <p:ph type="dt" sz="half" idx="10"/>
          </p:nvPr>
        </p:nvSpPr>
        <p:spPr/>
        <p:txBody>
          <a:bodyPr/>
          <a:lstStyle/>
          <a:p>
            <a:fld id="{390593DB-D6AE-49D4-8753-A788CF047B51}" type="datetime1">
              <a:rPr lang="en-US" smtClean="0"/>
              <a:t>10/30/2026</a:t>
            </a:fld>
            <a:endParaRPr lang="en-US" dirty="0"/>
          </a:p>
        </p:txBody>
      </p:sp>
      <p:sp>
        <p:nvSpPr>
          <p:cNvPr id="6" name="Footer Placeholder 5">
            <a:extLst>
              <a:ext uri="{FF2B5EF4-FFF2-40B4-BE49-F238E27FC236}">
                <a16:creationId xmlns:a16="http://schemas.microsoft.com/office/drawing/2014/main" xmlns="" id="{25369BFA-8948-97F6-9824-338FDC88F0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FF4FFA83-5AB8-8CC6-7BAF-A6355EDEFE44}"/>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30317409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7A6B47-AF07-C0DF-B143-FA38EA0E0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97B8CF2F-B716-90EF-7A23-7BE0C7607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BBF09191-5818-AA31-549C-E3A84E1F2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01C1296-A54D-C8C0-3762-DA2AA7CC3212}"/>
              </a:ext>
            </a:extLst>
          </p:cNvPr>
          <p:cNvSpPr>
            <a:spLocks noGrp="1"/>
          </p:cNvSpPr>
          <p:nvPr>
            <p:ph type="dt" sz="half" idx="10"/>
          </p:nvPr>
        </p:nvSpPr>
        <p:spPr/>
        <p:txBody>
          <a:bodyPr/>
          <a:lstStyle/>
          <a:p>
            <a:fld id="{E6B264CD-B234-42B5-ABC4-8D387EE61BE3}" type="datetime1">
              <a:rPr lang="en-US" smtClean="0"/>
              <a:t>10/30/2026</a:t>
            </a:fld>
            <a:endParaRPr lang="en-US" dirty="0"/>
          </a:p>
        </p:txBody>
      </p:sp>
      <p:sp>
        <p:nvSpPr>
          <p:cNvPr id="6" name="Footer Placeholder 5">
            <a:extLst>
              <a:ext uri="{FF2B5EF4-FFF2-40B4-BE49-F238E27FC236}">
                <a16:creationId xmlns:a16="http://schemas.microsoft.com/office/drawing/2014/main" xmlns="" id="{8EAE4169-112E-F392-95CF-31B7ED9DE3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6B403E75-4D1E-A3EA-A502-16D2BFC98615}"/>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32252199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46CCDE-721B-C991-1F52-2415F5C340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3C155075-F38B-F070-6842-5CACC56F75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8809306-A5D6-28A6-18DC-805AC5EE9AAE}"/>
              </a:ext>
            </a:extLst>
          </p:cNvPr>
          <p:cNvSpPr>
            <a:spLocks noGrp="1"/>
          </p:cNvSpPr>
          <p:nvPr>
            <p:ph type="dt" sz="half" idx="10"/>
          </p:nvPr>
        </p:nvSpPr>
        <p:spPr/>
        <p:txBody>
          <a:bodyPr/>
          <a:lstStyle/>
          <a:p>
            <a:fld id="{80D418EE-AD0B-43B3-B707-620A651792AD}" type="datetime1">
              <a:rPr lang="en-US" smtClean="0"/>
              <a:t>10/30/2026</a:t>
            </a:fld>
            <a:endParaRPr lang="en-US" dirty="0"/>
          </a:p>
        </p:txBody>
      </p:sp>
      <p:sp>
        <p:nvSpPr>
          <p:cNvPr id="5" name="Footer Placeholder 4">
            <a:extLst>
              <a:ext uri="{FF2B5EF4-FFF2-40B4-BE49-F238E27FC236}">
                <a16:creationId xmlns:a16="http://schemas.microsoft.com/office/drawing/2014/main" xmlns="" id="{BE3931F9-B34E-575B-0B1C-8C703853C85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097CC7C5-0D87-D308-901B-FA1D081908FB}"/>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219069381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DAB7627-2B25-FFFA-FCAE-C23B168EFB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19720DCF-A3DA-F221-9BAC-E49CDFB985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49AD602-CF8A-0C52-99DC-78241E6E605E}"/>
              </a:ext>
            </a:extLst>
          </p:cNvPr>
          <p:cNvSpPr>
            <a:spLocks noGrp="1"/>
          </p:cNvSpPr>
          <p:nvPr>
            <p:ph type="dt" sz="half" idx="10"/>
          </p:nvPr>
        </p:nvSpPr>
        <p:spPr/>
        <p:txBody>
          <a:bodyPr/>
          <a:lstStyle/>
          <a:p>
            <a:fld id="{7DD2B9E6-AA4B-44FE-BD81-2711E592247F}" type="datetime1">
              <a:rPr lang="en-US" smtClean="0"/>
              <a:t>10/30/2026</a:t>
            </a:fld>
            <a:endParaRPr lang="en-US" dirty="0"/>
          </a:p>
        </p:txBody>
      </p:sp>
      <p:sp>
        <p:nvSpPr>
          <p:cNvPr id="5" name="Footer Placeholder 4">
            <a:extLst>
              <a:ext uri="{FF2B5EF4-FFF2-40B4-BE49-F238E27FC236}">
                <a16:creationId xmlns:a16="http://schemas.microsoft.com/office/drawing/2014/main" xmlns="" id="{7CA2012D-BBCF-A81C-8618-BB99022669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A9B89A59-B033-E547-FF0C-7A3B2D3E84BD}"/>
              </a:ext>
            </a:extLst>
          </p:cNvPr>
          <p:cNvSpPr>
            <a:spLocks noGrp="1"/>
          </p:cNvSpPr>
          <p:nvPr>
            <p:ph type="sldNum" sz="quarter" idx="12"/>
          </p:nvPr>
        </p:nvSpPr>
        <p:spPr/>
        <p:txBody>
          <a:bodyPr/>
          <a:lstStyle/>
          <a:p>
            <a:fld id="{2C9EDC09-2040-499D-AB83-91DD3F59DB65}" type="slidenum">
              <a:rPr lang="en-US" smtClean="0"/>
              <a:t>‹#›</a:t>
            </a:fld>
            <a:endParaRPr lang="en-US" dirty="0"/>
          </a:p>
        </p:txBody>
      </p:sp>
    </p:spTree>
    <p:extLst>
      <p:ext uri="{BB962C8B-B14F-4D97-AF65-F5344CB8AC3E}">
        <p14:creationId xmlns:p14="http://schemas.microsoft.com/office/powerpoint/2010/main" val="8209250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5FC4F5-62C9-BC5B-BDEF-DC9881AC14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CE129D2B-35AD-AC07-2FE3-1B233521B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10D763D3-D579-2882-09AE-20F6C9393A30}"/>
              </a:ext>
            </a:extLst>
          </p:cNvPr>
          <p:cNvSpPr>
            <a:spLocks noGrp="1"/>
          </p:cNvSpPr>
          <p:nvPr>
            <p:ph type="dt" sz="half" idx="10"/>
          </p:nvPr>
        </p:nvSpPr>
        <p:spPr/>
        <p:txBody>
          <a:bodyPr/>
          <a:lstStyle/>
          <a:p>
            <a:fld id="{34ABEB83-31F8-4322-97B9-FFF77863104E}" type="datetime1">
              <a:rPr lang="en-US" smtClean="0"/>
              <a:t>10/30/2026</a:t>
            </a:fld>
            <a:endParaRPr lang="en-US" dirty="0"/>
          </a:p>
        </p:txBody>
      </p:sp>
      <p:sp>
        <p:nvSpPr>
          <p:cNvPr id="5" name="Footer Placeholder 4">
            <a:extLst>
              <a:ext uri="{FF2B5EF4-FFF2-40B4-BE49-F238E27FC236}">
                <a16:creationId xmlns:a16="http://schemas.microsoft.com/office/drawing/2014/main" xmlns="" id="{5FC28235-3622-9FEA-4E2E-8A82AC39765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B31C503C-9F22-5772-E088-9F0E8184B237}"/>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2618919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8269AF-7717-378B-750F-4F26857781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FD488A9F-0D0F-B3CD-B821-C78785C872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30A1A80-42BE-C786-FB43-297632168769}"/>
              </a:ext>
            </a:extLst>
          </p:cNvPr>
          <p:cNvSpPr>
            <a:spLocks noGrp="1"/>
          </p:cNvSpPr>
          <p:nvPr>
            <p:ph type="dt" sz="half" idx="10"/>
          </p:nvPr>
        </p:nvSpPr>
        <p:spPr/>
        <p:txBody>
          <a:bodyPr/>
          <a:lstStyle/>
          <a:p>
            <a:fld id="{6BF55083-B4F4-4A61-A05E-B09FA88C5C52}" type="datetime1">
              <a:rPr lang="en-US" smtClean="0"/>
              <a:t>10/30/2026</a:t>
            </a:fld>
            <a:endParaRPr lang="en-US" dirty="0"/>
          </a:p>
        </p:txBody>
      </p:sp>
      <p:sp>
        <p:nvSpPr>
          <p:cNvPr id="5" name="Footer Placeholder 4">
            <a:extLst>
              <a:ext uri="{FF2B5EF4-FFF2-40B4-BE49-F238E27FC236}">
                <a16:creationId xmlns:a16="http://schemas.microsoft.com/office/drawing/2014/main" xmlns="" id="{4BD807E2-4659-EA75-BADB-F58BE9DADC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11319222-36ED-E1A4-C25A-6E3A8D4AA71A}"/>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41892863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6784DF-7536-5B78-2A9F-82D1B765DB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4E66EE5E-2E91-FF6A-36FC-D6A8BD4498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88EC49D-DF18-C93A-108E-0CA97B0C24DD}"/>
              </a:ext>
            </a:extLst>
          </p:cNvPr>
          <p:cNvSpPr>
            <a:spLocks noGrp="1"/>
          </p:cNvSpPr>
          <p:nvPr>
            <p:ph type="dt" sz="half" idx="10"/>
          </p:nvPr>
        </p:nvSpPr>
        <p:spPr/>
        <p:txBody>
          <a:bodyPr/>
          <a:lstStyle/>
          <a:p>
            <a:fld id="{0CBEBD56-2FC3-492D-B0B1-5077D2DEEB64}" type="datetime1">
              <a:rPr lang="en-US" smtClean="0"/>
              <a:t>10/30/2026</a:t>
            </a:fld>
            <a:endParaRPr lang="en-US" dirty="0"/>
          </a:p>
        </p:txBody>
      </p:sp>
      <p:sp>
        <p:nvSpPr>
          <p:cNvPr id="5" name="Footer Placeholder 4">
            <a:extLst>
              <a:ext uri="{FF2B5EF4-FFF2-40B4-BE49-F238E27FC236}">
                <a16:creationId xmlns:a16="http://schemas.microsoft.com/office/drawing/2014/main" xmlns="" id="{62C10BC4-898F-A5B3-0B4F-CDE395CCA7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50617F08-C87E-DC0E-E3FE-B3004CFF0B48}"/>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16854057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14ABDD-B241-4B2C-9E1E-AACCCCA38A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85238A05-4B4F-F836-26EF-3C58F6E08E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E3D2D9CF-9742-6615-A5F7-33C1808A1C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44089947-6F05-593A-485E-A2E07AC462D8}"/>
              </a:ext>
            </a:extLst>
          </p:cNvPr>
          <p:cNvSpPr>
            <a:spLocks noGrp="1"/>
          </p:cNvSpPr>
          <p:nvPr>
            <p:ph type="dt" sz="half" idx="10"/>
          </p:nvPr>
        </p:nvSpPr>
        <p:spPr/>
        <p:txBody>
          <a:bodyPr/>
          <a:lstStyle/>
          <a:p>
            <a:fld id="{61F2B2CB-0B2F-4FAA-BEA3-4BB339D263CB}" type="datetime1">
              <a:rPr lang="en-US" smtClean="0"/>
              <a:t>10/30/2026</a:t>
            </a:fld>
            <a:endParaRPr lang="en-US" dirty="0"/>
          </a:p>
        </p:txBody>
      </p:sp>
      <p:sp>
        <p:nvSpPr>
          <p:cNvPr id="6" name="Footer Placeholder 5">
            <a:extLst>
              <a:ext uri="{FF2B5EF4-FFF2-40B4-BE49-F238E27FC236}">
                <a16:creationId xmlns:a16="http://schemas.microsoft.com/office/drawing/2014/main" xmlns="" id="{AF34B17D-BA54-E879-7201-0D2C4F80567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80835BE5-61E3-16C2-BA8B-CF9DE446810C}"/>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250981340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9CBACB-8C0D-7BBE-85C2-F1282E620AB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57FA97E0-F32B-B799-FEA2-AE56744B41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A3A38E0-8D06-5EF6-3D89-CA3EC64CB6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0ABC20E3-69B3-3297-0D62-13744DD90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53822FB-033A-43C0-B927-4DF8040911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EF2F8F2-9A43-316E-B00D-3DCB5712684C}"/>
              </a:ext>
            </a:extLst>
          </p:cNvPr>
          <p:cNvSpPr>
            <a:spLocks noGrp="1"/>
          </p:cNvSpPr>
          <p:nvPr>
            <p:ph type="dt" sz="half" idx="10"/>
          </p:nvPr>
        </p:nvSpPr>
        <p:spPr/>
        <p:txBody>
          <a:bodyPr/>
          <a:lstStyle/>
          <a:p>
            <a:fld id="{26B5FF41-8116-46EA-A684-5F06B6A57731}" type="datetime1">
              <a:rPr lang="en-US" smtClean="0"/>
              <a:t>10/30/2026</a:t>
            </a:fld>
            <a:endParaRPr lang="en-US" dirty="0"/>
          </a:p>
        </p:txBody>
      </p:sp>
      <p:sp>
        <p:nvSpPr>
          <p:cNvPr id="8" name="Footer Placeholder 7">
            <a:extLst>
              <a:ext uri="{FF2B5EF4-FFF2-40B4-BE49-F238E27FC236}">
                <a16:creationId xmlns:a16="http://schemas.microsoft.com/office/drawing/2014/main" xmlns="" id="{04C62A02-5845-C303-36B3-2BD4583A9BF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B5DCAE84-CDCC-171F-09EC-17DC6A366100}"/>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21877698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D47B73-8EA4-0F2B-BBE9-8673F97382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759B223-A8A8-9A79-7510-FB35CAC17550}"/>
              </a:ext>
            </a:extLst>
          </p:cNvPr>
          <p:cNvSpPr>
            <a:spLocks noGrp="1"/>
          </p:cNvSpPr>
          <p:nvPr>
            <p:ph type="dt" sz="half" idx="10"/>
          </p:nvPr>
        </p:nvSpPr>
        <p:spPr/>
        <p:txBody>
          <a:bodyPr/>
          <a:lstStyle/>
          <a:p>
            <a:fld id="{B977930E-8F52-46A0-B192-1ACF2FA89B0C}" type="datetime1">
              <a:rPr lang="en-US" smtClean="0"/>
              <a:t>10/30/2026</a:t>
            </a:fld>
            <a:endParaRPr lang="en-US" dirty="0"/>
          </a:p>
        </p:txBody>
      </p:sp>
      <p:sp>
        <p:nvSpPr>
          <p:cNvPr id="4" name="Footer Placeholder 3">
            <a:extLst>
              <a:ext uri="{FF2B5EF4-FFF2-40B4-BE49-F238E27FC236}">
                <a16:creationId xmlns:a16="http://schemas.microsoft.com/office/drawing/2014/main" xmlns="" id="{14DA29FA-E1C4-13FB-BA82-F365F2B7D7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41808148-7133-7B54-5E39-D106D595928E}"/>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23910592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9EEE1F6-3B2F-B2A8-45AF-666B2B3A7D2A}"/>
              </a:ext>
            </a:extLst>
          </p:cNvPr>
          <p:cNvSpPr>
            <a:spLocks noGrp="1"/>
          </p:cNvSpPr>
          <p:nvPr>
            <p:ph type="dt" sz="half" idx="10"/>
          </p:nvPr>
        </p:nvSpPr>
        <p:spPr/>
        <p:txBody>
          <a:bodyPr/>
          <a:lstStyle/>
          <a:p>
            <a:fld id="{F2719323-2022-4FF3-90D3-7AB6FCDF3AEE}" type="datetime1">
              <a:rPr lang="en-US" smtClean="0"/>
              <a:t>10/30/2026</a:t>
            </a:fld>
            <a:endParaRPr lang="en-US" dirty="0"/>
          </a:p>
        </p:txBody>
      </p:sp>
      <p:sp>
        <p:nvSpPr>
          <p:cNvPr id="3" name="Footer Placeholder 2">
            <a:extLst>
              <a:ext uri="{FF2B5EF4-FFF2-40B4-BE49-F238E27FC236}">
                <a16:creationId xmlns:a16="http://schemas.microsoft.com/office/drawing/2014/main" xmlns="" id="{3F41B4DB-369F-DBCC-F34B-2BE50472353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5EAB974C-6A32-BB36-55CE-D6F2B3781EE4}"/>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34196964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9C516C-C3C0-771E-A928-544EB55213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CEFCB4A6-5D28-A11F-E13A-FA307FE6BD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3BAD566-D981-6CB2-EA8E-C00E1CE32E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0D97779-A37C-8F16-112C-5E892872FB85}"/>
              </a:ext>
            </a:extLst>
          </p:cNvPr>
          <p:cNvSpPr>
            <a:spLocks noGrp="1"/>
          </p:cNvSpPr>
          <p:nvPr>
            <p:ph type="dt" sz="half" idx="10"/>
          </p:nvPr>
        </p:nvSpPr>
        <p:spPr/>
        <p:txBody>
          <a:bodyPr/>
          <a:lstStyle/>
          <a:p>
            <a:fld id="{9330AEDF-4CE6-4031-90DB-BE88610AF093}" type="datetime1">
              <a:rPr lang="en-US" smtClean="0"/>
              <a:t>10/30/2026</a:t>
            </a:fld>
            <a:endParaRPr lang="en-US" dirty="0"/>
          </a:p>
        </p:txBody>
      </p:sp>
      <p:sp>
        <p:nvSpPr>
          <p:cNvPr id="6" name="Footer Placeholder 5">
            <a:extLst>
              <a:ext uri="{FF2B5EF4-FFF2-40B4-BE49-F238E27FC236}">
                <a16:creationId xmlns:a16="http://schemas.microsoft.com/office/drawing/2014/main" xmlns="" id="{25C178C9-5B9A-A2A1-ABF8-20EAA5D7E5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B193766A-99B7-0085-A2F1-CAF1C90DE3B1}"/>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29259616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514495-33C9-CF96-8B10-56E95119E3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4B326459-8BE3-FA72-9549-C9F6A12024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96A8A640-5617-EE95-8B7E-D9E4611BC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2BE5BF2-06EE-A34E-7AAB-899E150FAEFC}"/>
              </a:ext>
            </a:extLst>
          </p:cNvPr>
          <p:cNvSpPr>
            <a:spLocks noGrp="1"/>
          </p:cNvSpPr>
          <p:nvPr>
            <p:ph type="dt" sz="half" idx="10"/>
          </p:nvPr>
        </p:nvSpPr>
        <p:spPr/>
        <p:txBody>
          <a:bodyPr/>
          <a:lstStyle/>
          <a:p>
            <a:fld id="{40B17F02-B9C4-4603-ACE8-C57C39032F4B}" type="datetime1">
              <a:rPr lang="en-US" smtClean="0"/>
              <a:t>10/30/2026</a:t>
            </a:fld>
            <a:endParaRPr lang="en-US" dirty="0"/>
          </a:p>
        </p:txBody>
      </p:sp>
      <p:sp>
        <p:nvSpPr>
          <p:cNvPr id="6" name="Footer Placeholder 5">
            <a:extLst>
              <a:ext uri="{FF2B5EF4-FFF2-40B4-BE49-F238E27FC236}">
                <a16:creationId xmlns:a16="http://schemas.microsoft.com/office/drawing/2014/main" xmlns="" id="{FBD8299D-E6F5-EEFC-A04D-90E6CAE245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303E788A-DB7D-37D5-26E3-DB77ABE663D7}"/>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38201916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9C5434-4F83-D06D-EA51-DCB4B2D179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505D3F5-00E1-47DF-A67C-1370E3ED82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4625483-309A-591D-D951-B6432B974910}"/>
              </a:ext>
            </a:extLst>
          </p:cNvPr>
          <p:cNvSpPr>
            <a:spLocks noGrp="1"/>
          </p:cNvSpPr>
          <p:nvPr>
            <p:ph type="dt" sz="half" idx="10"/>
          </p:nvPr>
        </p:nvSpPr>
        <p:spPr/>
        <p:txBody>
          <a:bodyPr/>
          <a:lstStyle/>
          <a:p>
            <a:fld id="{F02AA363-6E75-4884-8A39-8832F5E34A55}" type="datetime1">
              <a:rPr lang="en-US" smtClean="0"/>
              <a:t>10/30/2026</a:t>
            </a:fld>
            <a:endParaRPr lang="en-US" dirty="0"/>
          </a:p>
        </p:txBody>
      </p:sp>
      <p:sp>
        <p:nvSpPr>
          <p:cNvPr id="5" name="Footer Placeholder 4">
            <a:extLst>
              <a:ext uri="{FF2B5EF4-FFF2-40B4-BE49-F238E27FC236}">
                <a16:creationId xmlns:a16="http://schemas.microsoft.com/office/drawing/2014/main" xmlns="" id="{A0742D86-A190-80DF-745D-9C8168C19D3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1C92E3E1-F0EC-E9ED-8C7C-F7107BBC751D}"/>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13779918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96933AC-AA73-33C5-E5FA-E121069AD9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03E1FC5-B6B2-59A5-FE2E-E3E6C0F57D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BE73E81-C4BE-5C11-5A46-D6206575C495}"/>
              </a:ext>
            </a:extLst>
          </p:cNvPr>
          <p:cNvSpPr>
            <a:spLocks noGrp="1"/>
          </p:cNvSpPr>
          <p:nvPr>
            <p:ph type="dt" sz="half" idx="10"/>
          </p:nvPr>
        </p:nvSpPr>
        <p:spPr/>
        <p:txBody>
          <a:bodyPr/>
          <a:lstStyle/>
          <a:p>
            <a:fld id="{5A953A89-6BA9-4865-8094-5EBDF393227E}" type="datetime1">
              <a:rPr lang="en-US" smtClean="0"/>
              <a:t>10/30/2026</a:t>
            </a:fld>
            <a:endParaRPr lang="en-US" dirty="0"/>
          </a:p>
        </p:txBody>
      </p:sp>
      <p:sp>
        <p:nvSpPr>
          <p:cNvPr id="5" name="Footer Placeholder 4">
            <a:extLst>
              <a:ext uri="{FF2B5EF4-FFF2-40B4-BE49-F238E27FC236}">
                <a16:creationId xmlns:a16="http://schemas.microsoft.com/office/drawing/2014/main" xmlns="" id="{F288DF7F-7968-3967-3756-C03BD429F1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21F90478-3B65-72E5-61A5-73264FDBEB96}"/>
              </a:ext>
            </a:extLst>
          </p:cNvPr>
          <p:cNvSpPr>
            <a:spLocks noGrp="1"/>
          </p:cNvSpPr>
          <p:nvPr>
            <p:ph type="sldNum" sz="quarter" idx="12"/>
          </p:nvPr>
        </p:nvSpPr>
        <p:spPr/>
        <p:txBody>
          <a:bodyPr/>
          <a:lstStyle/>
          <a:p>
            <a:fld id="{E325F795-13A2-45D9-B1B1-8A76B5F3449D}" type="slidenum">
              <a:rPr lang="en-US" smtClean="0"/>
              <a:t>‹#›</a:t>
            </a:fld>
            <a:endParaRPr lang="en-US" dirty="0"/>
          </a:p>
        </p:txBody>
      </p:sp>
    </p:spTree>
    <p:extLst>
      <p:ext uri="{BB962C8B-B14F-4D97-AF65-F5344CB8AC3E}">
        <p14:creationId xmlns:p14="http://schemas.microsoft.com/office/powerpoint/2010/main" val="300129060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2555319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265526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2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13509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
        <p:nvSpPr>
          <p:cNvPr id="6" name="Rectangle 5">
            <a:extLst>
              <a:ext uri="{FF2B5EF4-FFF2-40B4-BE49-F238E27FC236}">
                <a16:creationId xmlns:a16="http://schemas.microsoft.com/office/drawing/2014/main" xmlns="" id="{DD7F5DE3-6BAA-DA41-8585-7E8605A2C67C}"/>
              </a:ext>
            </a:extLst>
          </p:cNvPr>
          <p:cNvSpPr/>
          <p:nvPr userDrawn="1"/>
        </p:nvSpPr>
        <p:spPr>
          <a:xfrm>
            <a:off x="0" y="5670000"/>
            <a:ext cx="12192000" cy="1188000"/>
          </a:xfrm>
          <a:prstGeom prst="rect">
            <a:avLst/>
          </a:prstGeom>
          <a:gradFill>
            <a:gsLst>
              <a:gs pos="0">
                <a:schemeClr val="accent6">
                  <a:alpha val="0"/>
                </a:schemeClr>
              </a:gs>
              <a:gs pos="50000">
                <a:schemeClr val="accent6">
                  <a:alpha val="25000"/>
                </a:schemeClr>
              </a:gs>
              <a:gs pos="20000">
                <a:schemeClr val="accent6">
                  <a:alpha val="10000"/>
                </a:schemeClr>
              </a:gs>
              <a:gs pos="100000">
                <a:schemeClr val="accent6">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eaLnBrk="1" fontAlgn="auto" hangingPunct="1">
              <a:spcBef>
                <a:spcPts val="0"/>
              </a:spcBef>
              <a:spcAft>
                <a:spcPts val="0"/>
              </a:spcAft>
            </a:pPr>
            <a:endParaRPr lang="en-US" sz="1900" dirty="0">
              <a:solidFill>
                <a:srgbClr val="FFFFFF"/>
              </a:solidFill>
            </a:endParaRPr>
          </a:p>
        </p:txBody>
      </p:sp>
      <p:sp>
        <p:nvSpPr>
          <p:cNvPr id="7" name="Text Box 15">
            <a:extLst>
              <a:ext uri="{FF2B5EF4-FFF2-40B4-BE49-F238E27FC236}">
                <a16:creationId xmlns:a16="http://schemas.microsoft.com/office/drawing/2014/main" xmlns="" id="{087226DA-48AD-4843-9002-A10C4C0F5E8C}"/>
              </a:ext>
            </a:extLst>
          </p:cNvPr>
          <p:cNvSpPr txBox="1">
            <a:spLocks noChangeArrowheads="1"/>
          </p:cNvSpPr>
          <p:nvPr userDrawn="1"/>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defTabSz="914377" eaLnBrk="1" fontAlgn="auto" hangingPunct="1">
              <a:spcBef>
                <a:spcPct val="50000"/>
              </a:spcBef>
              <a:spcAft>
                <a:spcPts val="0"/>
              </a:spcAft>
              <a:defRPr/>
            </a:pPr>
            <a:r>
              <a:rPr lang="en-US" sz="700" dirty="0">
                <a:solidFill>
                  <a:srgbClr val="FFFFFF"/>
                </a:solidFill>
                <a:latin typeface="Arial" charset="0"/>
              </a:rPr>
              <a:t>Privileged and confidential. The information contained in this material is privileged and confidential, and is intended only for the use of the individual to whom it is addressed and others who have been specifically authorized to receive it. </a:t>
            </a:r>
            <a:br>
              <a:rPr lang="en-US" sz="700" dirty="0">
                <a:solidFill>
                  <a:srgbClr val="FFFFFF"/>
                </a:solidFill>
                <a:latin typeface="Arial" charset="0"/>
              </a:rPr>
            </a:br>
            <a:r>
              <a:rPr lang="en-US" sz="700" dirty="0">
                <a:solidFill>
                  <a:srgbClr val="FFFFFF"/>
                </a:solidFill>
                <a:latin typeface="Arial" charset="0"/>
              </a:rPr>
              <a:t>If you are not the intended recipient, you are hereby notified that any dissemination, distribution or copying of this material is strictly prohibited. If you have received this material in error, please destroy it immediately</a:t>
            </a:r>
            <a:r>
              <a:rPr lang="en-US" sz="700" dirty="0">
                <a:solidFill>
                  <a:srgbClr val="FFFFFF"/>
                </a:solidFill>
                <a:latin typeface="Segoe UI"/>
              </a:rPr>
              <a:t>.</a:t>
            </a:r>
          </a:p>
        </p:txBody>
      </p:sp>
      <p:pic>
        <p:nvPicPr>
          <p:cNvPr id="8" name="Picture 7">
            <a:extLst>
              <a:ext uri="{FF2B5EF4-FFF2-40B4-BE49-F238E27FC236}">
                <a16:creationId xmlns:a16="http://schemas.microsoft.com/office/drawing/2014/main" xmlns="" id="{9800EED2-ECFB-594B-9CAB-EE3139F32AA1}"/>
              </a:ext>
            </a:extLst>
          </p:cNvPr>
          <p:cNvPicPr>
            <a:picLocks noChangeAspect="1"/>
          </p:cNvPicPr>
          <p:nvPr userDrawn="1"/>
        </p:nvPicPr>
        <p:blipFill>
          <a:blip r:embed="rId4" cstate="print">
            <a:biLevel thresh="25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335093" y="6453364"/>
            <a:ext cx="1007307" cy="215997"/>
          </a:xfrm>
          <a:prstGeom prst="rect">
            <a:avLst/>
          </a:prstGeom>
        </p:spPr>
      </p:pic>
    </p:spTree>
    <p:extLst>
      <p:ext uri="{BB962C8B-B14F-4D97-AF65-F5344CB8AC3E}">
        <p14:creationId xmlns:p14="http://schemas.microsoft.com/office/powerpoint/2010/main" val="61704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3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162784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_Cover Slide (defaul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14468" y="3399099"/>
            <a:ext cx="9816683" cy="2088231"/>
          </a:xfrm>
          <a:prstGeom prst="rect">
            <a:avLst/>
          </a:prstGeom>
          <a:solidFill>
            <a:schemeClr val="accent1">
              <a:alpha val="80000"/>
            </a:schemeClr>
          </a:solidFill>
        </p:spPr>
        <p:txBody>
          <a:bodyPr lIns="360000" tIns="180000" rIns="360000" bIns="180000" anchor="ctr"/>
          <a:lstStyle>
            <a:lvl1pPr algn="l">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algn="l">
              <a:spcBef>
                <a:spcPct val="50000"/>
              </a:spcBef>
              <a:defRPr/>
            </a:pPr>
            <a:r>
              <a:rPr lang="en-US" sz="700" kern="1200" dirty="0">
                <a:solidFill>
                  <a:schemeClr val="bg1"/>
                </a:solidFill>
                <a:latin typeface="+mn-lt"/>
                <a:ea typeface="+mn-ea"/>
                <a:cs typeface="+mn-cs"/>
              </a:rPr>
              <a:t>Privileged and confidential. The information contained in this material is privileged and confidential, and is intended only for the use of the individual to whom it is addressed and others who have been specifically authorized to receive it. </a:t>
            </a:r>
            <a:br>
              <a:rPr lang="en-US" sz="700" kern="1200" dirty="0">
                <a:solidFill>
                  <a:schemeClr val="bg1"/>
                </a:solidFill>
                <a:latin typeface="+mn-lt"/>
                <a:ea typeface="+mn-ea"/>
                <a:cs typeface="+mn-cs"/>
              </a:rPr>
            </a:br>
            <a:r>
              <a:rPr lang="en-US" sz="700" kern="1200" dirty="0">
                <a:solidFill>
                  <a:schemeClr val="bg1"/>
                </a:solidFill>
                <a:latin typeface="+mn-lt"/>
                <a:ea typeface="+mn-ea"/>
                <a:cs typeface="+mn-cs"/>
              </a:rPr>
              <a:t>If you are not the intended recipient, you are hereby notified that any dissemination, distribution or copying of this material is strictly prohibited. If you have received this material in error, please destroy it immediately</a:t>
            </a:r>
            <a:r>
              <a:rPr lang="en-US" sz="700" dirty="0">
                <a:solidFill>
                  <a:schemeClr val="bg1"/>
                </a:solidFill>
                <a:latin typeface="+mn-lt"/>
              </a:rPr>
              <a:t>.</a:t>
            </a:r>
          </a:p>
        </p:txBody>
      </p:sp>
      <p:pic>
        <p:nvPicPr>
          <p:cNvPr id="2" name="Picture 1">
            <a:extLst>
              <a:ext uri="{FF2B5EF4-FFF2-40B4-BE49-F238E27FC236}">
                <a16:creationId xmlns:a16="http://schemas.microsoft.com/office/drawing/2014/main" xmlns="" id="{3C9EEE4E-3829-E7D4-1495-BF4622C98CF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4015" y="6392798"/>
            <a:ext cx="1088943" cy="381130"/>
          </a:xfrm>
          <a:prstGeom prst="rect">
            <a:avLst/>
          </a:prstGeom>
        </p:spPr>
      </p:pic>
    </p:spTree>
    <p:extLst>
      <p:ext uri="{BB962C8B-B14F-4D97-AF65-F5344CB8AC3E}">
        <p14:creationId xmlns:p14="http://schemas.microsoft.com/office/powerpoint/2010/main" val="222148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ver Slide (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DD7F5DE3-6BAA-DA41-8585-7E8605A2C67C}"/>
              </a:ext>
            </a:extLst>
          </p:cNvPr>
          <p:cNvSpPr/>
          <p:nvPr userDrawn="1"/>
        </p:nvSpPr>
        <p:spPr>
          <a:xfrm>
            <a:off x="0" y="5670000"/>
            <a:ext cx="12192000" cy="1188000"/>
          </a:xfrm>
          <a:prstGeom prst="rect">
            <a:avLst/>
          </a:prstGeom>
          <a:gradFill>
            <a:gsLst>
              <a:gs pos="0">
                <a:schemeClr val="accent6">
                  <a:alpha val="0"/>
                </a:schemeClr>
              </a:gs>
              <a:gs pos="50000">
                <a:schemeClr val="accent6">
                  <a:alpha val="25000"/>
                </a:schemeClr>
              </a:gs>
              <a:gs pos="20000">
                <a:schemeClr val="accent6">
                  <a:alpha val="10000"/>
                </a:schemeClr>
              </a:gs>
              <a:gs pos="100000">
                <a:schemeClr val="accent6">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eaLnBrk="1" fontAlgn="auto" hangingPunct="1">
              <a:spcBef>
                <a:spcPts val="0"/>
              </a:spcBef>
              <a:spcAft>
                <a:spcPts val="0"/>
              </a:spcAft>
            </a:pPr>
            <a:endParaRPr lang="en-US" sz="1900" dirty="0">
              <a:solidFill>
                <a:srgbClr val="FFFFFF"/>
              </a:solidFill>
            </a:endParaRPr>
          </a:p>
        </p:txBody>
      </p:sp>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2375316" y="2384884"/>
            <a:ext cx="7441367" cy="2088231"/>
          </a:xfrm>
          <a:prstGeom prst="rect">
            <a:avLst/>
          </a:prstGeom>
          <a:solidFill>
            <a:schemeClr val="accent1">
              <a:alpha val="80000"/>
            </a:schemeClr>
          </a:solidFill>
        </p:spPr>
        <p:txBody>
          <a:bodyPr lIns="360000" tIns="180000" rIns="360000" bIns="180000" anchor="ctr"/>
          <a:lstStyle>
            <a:lvl1pPr algn="ctr">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userDrawn="1"/>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defTabSz="914377" eaLnBrk="1" fontAlgn="auto" hangingPunct="1">
              <a:spcBef>
                <a:spcPct val="50000"/>
              </a:spcBef>
              <a:spcAft>
                <a:spcPts val="0"/>
              </a:spcAft>
              <a:defRPr/>
            </a:pPr>
            <a:r>
              <a:rPr lang="en-US" sz="700" dirty="0">
                <a:solidFill>
                  <a:srgbClr val="FFFFFF"/>
                </a:solidFill>
                <a:latin typeface="Arial" charset="0"/>
              </a:rPr>
              <a:t>Privileged and confidential. The information contained in this material is privileged and confidential, and is intended only for the use of the individual to whom it is addressed and others who have been specifically authorized to receive it. </a:t>
            </a:r>
            <a:br>
              <a:rPr lang="en-US" sz="700" dirty="0">
                <a:solidFill>
                  <a:srgbClr val="FFFFFF"/>
                </a:solidFill>
                <a:latin typeface="Arial" charset="0"/>
              </a:rPr>
            </a:br>
            <a:r>
              <a:rPr lang="en-US" sz="700" dirty="0">
                <a:solidFill>
                  <a:srgbClr val="FFFFFF"/>
                </a:solidFill>
                <a:latin typeface="Arial" charset="0"/>
              </a:rPr>
              <a:t>If you are not the intended recipient, you are hereby notified that any dissemination, distribution or copying of this material is strictly prohibited. If you have received this material in error, please destroy it immediately</a:t>
            </a:r>
            <a:r>
              <a:rPr lang="en-US" sz="700" dirty="0">
                <a:solidFill>
                  <a:srgbClr val="FFFFFF"/>
                </a:solidFill>
                <a:latin typeface="Segoe UI"/>
              </a:rPr>
              <a:t>.</a:t>
            </a:r>
          </a:p>
        </p:txBody>
      </p:sp>
      <p:pic>
        <p:nvPicPr>
          <p:cNvPr id="11" name="Picture 10">
            <a:extLst>
              <a:ext uri="{FF2B5EF4-FFF2-40B4-BE49-F238E27FC236}">
                <a16:creationId xmlns:a16="http://schemas.microsoft.com/office/drawing/2014/main" xmlns="" id="{9800EED2-ECFB-594B-9CAB-EE3139F32AA1}"/>
              </a:ext>
            </a:extLst>
          </p:cNvPr>
          <p:cNvPicPr>
            <a:picLocks noChangeAspect="1"/>
          </p:cNvPicPr>
          <p:nvPr userDrawn="1"/>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335093" y="6453364"/>
            <a:ext cx="1007307" cy="215997"/>
          </a:xfrm>
          <a:prstGeom prst="rect">
            <a:avLst/>
          </a:prstGeom>
        </p:spPr>
      </p:pic>
    </p:spTree>
    <p:extLst>
      <p:ext uri="{BB962C8B-B14F-4D97-AF65-F5344CB8AC3E}">
        <p14:creationId xmlns:p14="http://schemas.microsoft.com/office/powerpoint/2010/main" val="54590195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Cover Slide (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DD7F5DE3-6BAA-DA41-8585-7E8605A2C67C}"/>
              </a:ext>
            </a:extLst>
          </p:cNvPr>
          <p:cNvSpPr/>
          <p:nvPr userDrawn="1"/>
        </p:nvSpPr>
        <p:spPr>
          <a:xfrm>
            <a:off x="0" y="5670000"/>
            <a:ext cx="12192000" cy="1188000"/>
          </a:xfrm>
          <a:prstGeom prst="rect">
            <a:avLst/>
          </a:prstGeom>
          <a:gradFill>
            <a:gsLst>
              <a:gs pos="0">
                <a:schemeClr val="accent6">
                  <a:alpha val="0"/>
                </a:schemeClr>
              </a:gs>
              <a:gs pos="50000">
                <a:schemeClr val="accent6">
                  <a:alpha val="25000"/>
                </a:schemeClr>
              </a:gs>
              <a:gs pos="20000">
                <a:schemeClr val="accent6">
                  <a:alpha val="10000"/>
                </a:schemeClr>
              </a:gs>
              <a:gs pos="100000">
                <a:schemeClr val="accent6">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eaLnBrk="1" fontAlgn="auto" hangingPunct="1">
              <a:spcBef>
                <a:spcPts val="0"/>
              </a:spcBef>
              <a:spcAft>
                <a:spcPts val="0"/>
              </a:spcAft>
            </a:pPr>
            <a:endParaRPr lang="en-US" sz="1900" dirty="0">
              <a:solidFill>
                <a:srgbClr val="FFFFFF"/>
              </a:solidFill>
            </a:endParaRPr>
          </a:p>
        </p:txBody>
      </p:sp>
      <p:sp>
        <p:nvSpPr>
          <p:cNvPr id="10" name="Title 1">
            <a:extLst>
              <a:ext uri="{FF2B5EF4-FFF2-40B4-BE49-F238E27FC236}">
                <a16:creationId xmlns:a16="http://schemas.microsoft.com/office/drawing/2014/main" xmlns="" id="{6E8210EF-4F08-EA4D-B702-9043F048DFAC}"/>
              </a:ext>
            </a:extLst>
          </p:cNvPr>
          <p:cNvSpPr>
            <a:spLocks noGrp="1"/>
          </p:cNvSpPr>
          <p:nvPr>
            <p:ph type="ctrTitle" hasCustomPrompt="1"/>
          </p:nvPr>
        </p:nvSpPr>
        <p:spPr>
          <a:xfrm>
            <a:off x="2375316" y="2384884"/>
            <a:ext cx="7441367" cy="2088231"/>
          </a:xfrm>
          <a:prstGeom prst="rect">
            <a:avLst/>
          </a:prstGeom>
          <a:solidFill>
            <a:schemeClr val="accent1">
              <a:alpha val="80000"/>
            </a:schemeClr>
          </a:solidFill>
        </p:spPr>
        <p:txBody>
          <a:bodyPr lIns="360000" tIns="180000" rIns="360000" bIns="180000" anchor="ctr"/>
          <a:lstStyle>
            <a:lvl1pPr algn="ctr">
              <a:defRPr sz="3200" b="0" cap="all" baseline="0">
                <a:solidFill>
                  <a:schemeClr val="bg1"/>
                </a:solidFill>
              </a:defRPr>
            </a:lvl1pPr>
          </a:lstStyle>
          <a:p>
            <a:r>
              <a:rPr lang="en-US" dirty="0"/>
              <a:t>Click to ADD TITLE</a:t>
            </a:r>
            <a:endParaRPr lang="en-GB" dirty="0"/>
          </a:p>
        </p:txBody>
      </p:sp>
      <p:sp>
        <p:nvSpPr>
          <p:cNvPr id="5" name="Text Box 15">
            <a:extLst>
              <a:ext uri="{FF2B5EF4-FFF2-40B4-BE49-F238E27FC236}">
                <a16:creationId xmlns:a16="http://schemas.microsoft.com/office/drawing/2014/main" xmlns="" id="{087226DA-48AD-4843-9002-A10C4C0F5E8C}"/>
              </a:ext>
            </a:extLst>
          </p:cNvPr>
          <p:cNvSpPr txBox="1">
            <a:spLocks noChangeArrowheads="1"/>
          </p:cNvSpPr>
          <p:nvPr userDrawn="1"/>
        </p:nvSpPr>
        <p:spPr bwMode="auto">
          <a:xfrm>
            <a:off x="1811524" y="6407474"/>
            <a:ext cx="9469052" cy="307775"/>
          </a:xfrm>
          <a:prstGeom prst="rect">
            <a:avLst/>
          </a:prstGeom>
          <a:noFill/>
          <a:ln w="9525">
            <a:noFill/>
            <a:miter lim="800000"/>
            <a:headEnd/>
            <a:tailEnd/>
          </a:ln>
          <a:effectLst/>
        </p:spPr>
        <p:txBody>
          <a:bodyPr wrap="square" lIns="91438" tIns="45719" rIns="91438" bIns="45719">
            <a:spAutoFit/>
          </a:bodyPr>
          <a:lstStyle/>
          <a:p>
            <a:pPr defTabSz="914377" eaLnBrk="1" fontAlgn="auto" hangingPunct="1">
              <a:spcBef>
                <a:spcPct val="50000"/>
              </a:spcBef>
              <a:spcAft>
                <a:spcPts val="0"/>
              </a:spcAft>
              <a:defRPr/>
            </a:pPr>
            <a:r>
              <a:rPr lang="en-US" sz="700" dirty="0">
                <a:solidFill>
                  <a:srgbClr val="FFFFFF"/>
                </a:solidFill>
                <a:latin typeface="Arial" charset="0"/>
              </a:rPr>
              <a:t>Privileged and confidential. The information contained in this material is privileged and confidential, and is intended only for the use of the individual to whom it is addressed and others who have been specifically authorized to receive it. </a:t>
            </a:r>
            <a:br>
              <a:rPr lang="en-US" sz="700" dirty="0">
                <a:solidFill>
                  <a:srgbClr val="FFFFFF"/>
                </a:solidFill>
                <a:latin typeface="Arial" charset="0"/>
              </a:rPr>
            </a:br>
            <a:r>
              <a:rPr lang="en-US" sz="700" dirty="0">
                <a:solidFill>
                  <a:srgbClr val="FFFFFF"/>
                </a:solidFill>
                <a:latin typeface="Arial" charset="0"/>
              </a:rPr>
              <a:t>If you are not the intended recipient, you are hereby notified that any dissemination, distribution or copying of this material is strictly prohibited. If you have received this material in error, please destroy it immediately</a:t>
            </a:r>
            <a:r>
              <a:rPr lang="en-US" sz="700" dirty="0">
                <a:solidFill>
                  <a:srgbClr val="FFFFFF"/>
                </a:solidFill>
                <a:latin typeface="Segoe UI"/>
              </a:rPr>
              <a:t>.</a:t>
            </a:r>
          </a:p>
        </p:txBody>
      </p:sp>
      <p:pic>
        <p:nvPicPr>
          <p:cNvPr id="11" name="Picture 10">
            <a:extLst>
              <a:ext uri="{FF2B5EF4-FFF2-40B4-BE49-F238E27FC236}">
                <a16:creationId xmlns:a16="http://schemas.microsoft.com/office/drawing/2014/main" xmlns="" id="{9800EED2-ECFB-594B-9CAB-EE3139F32AA1}"/>
              </a:ext>
            </a:extLst>
          </p:cNvPr>
          <p:cNvPicPr>
            <a:picLocks noChangeAspect="1"/>
          </p:cNvPicPr>
          <p:nvPr userDrawn="1"/>
        </p:nvPicPr>
        <p:blipFill>
          <a:blip r:embed="rId3" cstate="print">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335093" y="6453364"/>
            <a:ext cx="1007307" cy="215997"/>
          </a:xfrm>
          <a:prstGeom prst="rect">
            <a:avLst/>
          </a:prstGeom>
        </p:spPr>
      </p:pic>
    </p:spTree>
    <p:extLst>
      <p:ext uri="{BB962C8B-B14F-4D97-AF65-F5344CB8AC3E}">
        <p14:creationId xmlns:p14="http://schemas.microsoft.com/office/powerpoint/2010/main" val="12237649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0102262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61376385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5360" y="1124744"/>
            <a:ext cx="5659040" cy="5184576"/>
          </a:xfrm>
        </p:spPr>
        <p:txBody>
          <a:bodyPr>
            <a:normAutofit/>
          </a:bodyPr>
          <a:lstStyle>
            <a:lvl1pPr>
              <a:defRPr sz="2400"/>
            </a:lvl1pPr>
            <a:lvl2pPr>
              <a:defRPr sz="2000"/>
            </a:lvl2pPr>
            <a:lvl3pPr>
              <a:defRPr sz="1800"/>
            </a:lvl3pPr>
            <a:lvl4pPr>
              <a:defRPr sz="1600"/>
            </a:lvl4pPr>
            <a:lvl5pPr>
              <a:defRPr sz="1600"/>
            </a:lvl5pPr>
            <a:lvl6pPr>
              <a:defRPr sz="1900"/>
            </a:lvl6pPr>
            <a:lvl7pPr>
              <a:defRPr sz="1900"/>
            </a:lvl7pPr>
            <a:lvl8pPr>
              <a:defRPr sz="1900"/>
            </a:lvl8pPr>
            <a:lvl9pPr>
              <a:defRPr sz="1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124744"/>
            <a:ext cx="5659040" cy="5184576"/>
          </a:xfrm>
        </p:spPr>
        <p:txBody>
          <a:bodyPr>
            <a:normAutofit/>
          </a:bodyPr>
          <a:lstStyle>
            <a:lvl1pPr>
              <a:defRPr sz="2400"/>
            </a:lvl1pPr>
            <a:lvl2pPr>
              <a:defRPr sz="2000"/>
            </a:lvl2pPr>
            <a:lvl3pPr>
              <a:defRPr sz="1800"/>
            </a:lvl3pPr>
            <a:lvl4pPr>
              <a:defRPr sz="1600"/>
            </a:lvl4pPr>
            <a:lvl5pPr>
              <a:defRPr sz="1600"/>
            </a:lvl5pPr>
            <a:lvl6pPr>
              <a:defRPr sz="1900"/>
            </a:lvl6pPr>
            <a:lvl7pPr>
              <a:defRPr sz="1900"/>
            </a:lvl7pPr>
            <a:lvl8pPr>
              <a:defRPr sz="1900"/>
            </a:lvl8pPr>
            <a:lvl9pPr>
              <a:defRPr sz="1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18775022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335360" y="1196752"/>
            <a:ext cx="5661157" cy="639763"/>
          </a:xfrm>
        </p:spPr>
        <p:txBody>
          <a:bodyPr anchor="b">
            <a:normAutofit/>
          </a:bodyPr>
          <a:lstStyle>
            <a:lvl1pPr marL="0" indent="0">
              <a:buNone/>
              <a:defRPr sz="2800" b="0">
                <a:latin typeface="+mj-lt"/>
              </a:defRPr>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335360" y="1988840"/>
            <a:ext cx="5661157" cy="432048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196752"/>
            <a:ext cx="5663273" cy="639763"/>
          </a:xfrm>
        </p:spPr>
        <p:txBody>
          <a:bodyPr anchor="b">
            <a:normAutofit/>
          </a:bodyPr>
          <a:lstStyle>
            <a:lvl1pPr marL="0" indent="0">
              <a:buNone/>
              <a:defRPr sz="2800" b="0">
                <a:latin typeface="+mj-lt"/>
              </a:defRPr>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93369" y="1988840"/>
            <a:ext cx="5663273" cy="432048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669416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25159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107625730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normAutofit/>
          </a:bodyPr>
          <a:lstStyle>
            <a:lvl1pPr algn="l">
              <a:defRPr sz="3200" b="0" cap="all"/>
            </a:lvl1pPr>
          </a:lstStyle>
          <a:p>
            <a:r>
              <a:rPr lang="en-US"/>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normAutofit/>
          </a:bodyPr>
          <a:lstStyle>
            <a:lvl1pPr marL="0" indent="0">
              <a:buNone/>
              <a:defRPr sz="2400">
                <a:solidFill>
                  <a:schemeClr val="tx1">
                    <a:tint val="75000"/>
                  </a:schemeClr>
                </a:solidFill>
              </a:defRPr>
            </a:lvl1pPr>
            <a:lvl2pPr marL="457189" indent="0">
              <a:buNone/>
              <a:defRPr sz="1900">
                <a:solidFill>
                  <a:schemeClr val="tx1">
                    <a:tint val="75000"/>
                  </a:schemeClr>
                </a:solidFill>
              </a:defRPr>
            </a:lvl2pPr>
            <a:lvl3pPr marL="914377" indent="0">
              <a:buNone/>
              <a:defRPr sz="1600">
                <a:solidFill>
                  <a:schemeClr val="tx1">
                    <a:tint val="75000"/>
                  </a:schemeClr>
                </a:solidFill>
              </a:defRPr>
            </a:lvl3pPr>
            <a:lvl4pPr marL="1371566" indent="0">
              <a:buNone/>
              <a:defRPr sz="1500">
                <a:solidFill>
                  <a:schemeClr val="tx1">
                    <a:tint val="75000"/>
                  </a:schemeClr>
                </a:solidFill>
              </a:defRPr>
            </a:lvl4pPr>
            <a:lvl5pPr marL="1828754" indent="0">
              <a:buNone/>
              <a:defRPr sz="1500">
                <a:solidFill>
                  <a:schemeClr val="tx1">
                    <a:tint val="75000"/>
                  </a:schemeClr>
                </a:solidFill>
              </a:defRPr>
            </a:lvl5pPr>
            <a:lvl6pPr marL="2285943" indent="0">
              <a:buNone/>
              <a:defRPr sz="1500">
                <a:solidFill>
                  <a:schemeClr val="tx1">
                    <a:tint val="75000"/>
                  </a:schemeClr>
                </a:solidFill>
              </a:defRPr>
            </a:lvl6pPr>
            <a:lvl7pPr marL="2743131" indent="0">
              <a:buNone/>
              <a:defRPr sz="1500">
                <a:solidFill>
                  <a:schemeClr val="tx1">
                    <a:tint val="75000"/>
                  </a:schemeClr>
                </a:solidFill>
              </a:defRPr>
            </a:lvl7pPr>
            <a:lvl8pPr marL="3200320" indent="0">
              <a:buNone/>
              <a:defRPr sz="1500">
                <a:solidFill>
                  <a:schemeClr val="tx1">
                    <a:tint val="75000"/>
                  </a:schemeClr>
                </a:solidFill>
              </a:defRPr>
            </a:lvl8pPr>
            <a:lvl9pPr marL="3657509" indent="0">
              <a:buNone/>
              <a:defRPr sz="15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4917254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35362" y="273049"/>
            <a:ext cx="4285324" cy="1162051"/>
          </a:xfrm>
        </p:spPr>
        <p:txBody>
          <a:bodyPr anchor="b">
            <a:normAutofit/>
          </a:bodyPr>
          <a:lstStyle>
            <a:lvl1pPr algn="l">
              <a:defRPr sz="2000" b="0"/>
            </a:lvl1pPr>
          </a:lstStyle>
          <a:p>
            <a:r>
              <a:rPr lang="en-US"/>
              <a:t>Click to edit Master title style</a:t>
            </a:r>
            <a:endParaRPr lang="en-GB" dirty="0"/>
          </a:p>
        </p:txBody>
      </p:sp>
      <p:sp>
        <p:nvSpPr>
          <p:cNvPr id="3" name="Content Placeholder 2"/>
          <p:cNvSpPr>
            <a:spLocks noGrp="1"/>
          </p:cNvSpPr>
          <p:nvPr>
            <p:ph idx="1"/>
          </p:nvPr>
        </p:nvSpPr>
        <p:spPr>
          <a:xfrm>
            <a:off x="4766733" y="273050"/>
            <a:ext cx="7089907" cy="6036271"/>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335362" y="1435101"/>
            <a:ext cx="4285324" cy="4874220"/>
          </a:xfrm>
        </p:spPr>
        <p:txBody>
          <a:bodyPr>
            <a:normAutofit/>
          </a:bodyPr>
          <a:lstStyle>
            <a:lvl1pPr marL="0" indent="0">
              <a:buNone/>
              <a:defRPr sz="1600"/>
            </a:lvl1pPr>
            <a:lvl2pPr marL="457189" indent="0">
              <a:buNone/>
              <a:defRPr sz="1200"/>
            </a:lvl2pPr>
            <a:lvl3pPr marL="914377" indent="0">
              <a:buNone/>
              <a:defRPr sz="11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Tree>
    <p:extLst>
      <p:ext uri="{BB962C8B-B14F-4D97-AF65-F5344CB8AC3E}">
        <p14:creationId xmlns:p14="http://schemas.microsoft.com/office/powerpoint/2010/main" val="381333056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noAutofit/>
          </a:bodyPr>
          <a:lstStyle>
            <a:lvl1pPr algn="l">
              <a:defRPr sz="3200" b="0"/>
            </a:lvl1pPr>
          </a:lstStyle>
          <a:p>
            <a:r>
              <a:rPr lang="en-US"/>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endParaRPr lang="en-GB" dirty="0"/>
          </a:p>
        </p:txBody>
      </p:sp>
      <p:sp>
        <p:nvSpPr>
          <p:cNvPr id="4" name="Text Placeholder 3"/>
          <p:cNvSpPr>
            <a:spLocks noGrp="1"/>
          </p:cNvSpPr>
          <p:nvPr>
            <p:ph type="body" sz="half" idx="2"/>
          </p:nvPr>
        </p:nvSpPr>
        <p:spPr>
          <a:xfrm>
            <a:off x="2389717" y="5367338"/>
            <a:ext cx="7315200" cy="804863"/>
          </a:xfrm>
        </p:spPr>
        <p:txBody>
          <a:bodyPr>
            <a:normAutofit/>
          </a:bodyPr>
          <a:lstStyle>
            <a:lvl1pPr marL="0" indent="0">
              <a:buNone/>
              <a:defRPr sz="2400">
                <a:solidFill>
                  <a:schemeClr val="tx2"/>
                </a:solidFill>
              </a:defRPr>
            </a:lvl1pPr>
            <a:lvl2pPr marL="457189" indent="0">
              <a:buNone/>
              <a:defRPr sz="1200"/>
            </a:lvl2pPr>
            <a:lvl3pPr marL="914377" indent="0">
              <a:buNone/>
              <a:defRPr sz="11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Tree>
    <p:extLst>
      <p:ext uri="{BB962C8B-B14F-4D97-AF65-F5344CB8AC3E}">
        <p14:creationId xmlns:p14="http://schemas.microsoft.com/office/powerpoint/2010/main" val="19019851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p:txBody>
          <a:bodyPr vert="eaVert"/>
          <a:lstStyle>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2347695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3440" y="274637"/>
            <a:ext cx="2743200" cy="6034683"/>
          </a:xfrm>
        </p:spPr>
        <p:txBody>
          <a:bodyPr vert="eaVert"/>
          <a:lstStyle/>
          <a:p>
            <a:r>
              <a:rPr lang="en-US"/>
              <a:t>Click to edit Master title style</a:t>
            </a:r>
            <a:endParaRPr lang="en-GB" dirty="0"/>
          </a:p>
        </p:txBody>
      </p:sp>
      <p:sp>
        <p:nvSpPr>
          <p:cNvPr id="3" name="Vertical Text Placeholder 2"/>
          <p:cNvSpPr>
            <a:spLocks noGrp="1"/>
          </p:cNvSpPr>
          <p:nvPr>
            <p:ph type="body" orient="vert" idx="1"/>
          </p:nvPr>
        </p:nvSpPr>
        <p:spPr>
          <a:xfrm>
            <a:off x="335360" y="274637"/>
            <a:ext cx="8544949" cy="6034683"/>
          </a:xfrm>
        </p:spPr>
        <p:txBody>
          <a:bodyPr vert="eaVert"/>
          <a:lstStyle>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32410769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66432639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75643294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5360" y="1124744"/>
            <a:ext cx="5659040" cy="5184576"/>
          </a:xfrm>
        </p:spPr>
        <p:txBody>
          <a:bodyPr>
            <a:normAutofit/>
          </a:bodyPr>
          <a:lstStyle>
            <a:lvl1pPr>
              <a:defRPr sz="2400"/>
            </a:lvl1pPr>
            <a:lvl2pPr>
              <a:defRPr sz="2000"/>
            </a:lvl2pPr>
            <a:lvl3pPr>
              <a:defRPr sz="1800"/>
            </a:lvl3pPr>
            <a:lvl4pPr>
              <a:defRPr sz="1600"/>
            </a:lvl4pPr>
            <a:lvl5pPr>
              <a:defRPr sz="16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124744"/>
            <a:ext cx="5659040" cy="5184576"/>
          </a:xfrm>
        </p:spPr>
        <p:txBody>
          <a:bodyPr>
            <a:normAutofit/>
          </a:bodyPr>
          <a:lstStyle>
            <a:lvl1pPr>
              <a:defRPr sz="2400"/>
            </a:lvl1pPr>
            <a:lvl2pPr>
              <a:defRPr sz="2000"/>
            </a:lvl2pPr>
            <a:lvl3pPr>
              <a:defRPr sz="1800"/>
            </a:lvl3pPr>
            <a:lvl4pPr>
              <a:defRPr sz="1600"/>
            </a:lvl4pPr>
            <a:lvl5pPr>
              <a:defRPr sz="16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88939172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335360" y="1196752"/>
            <a:ext cx="5661157" cy="639763"/>
          </a:xfrm>
        </p:spPr>
        <p:txBody>
          <a:bodyPr anchor="b">
            <a:normAutofit/>
          </a:bodyPr>
          <a:lstStyle>
            <a:lvl1pPr marL="0" indent="0">
              <a:buNone/>
              <a:defRPr sz="2800" b="0">
                <a:latin typeface="+mj-lt"/>
              </a:defRPr>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335360" y="1988840"/>
            <a:ext cx="5661157" cy="432048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196752"/>
            <a:ext cx="5663273" cy="639763"/>
          </a:xfrm>
        </p:spPr>
        <p:txBody>
          <a:bodyPr anchor="b">
            <a:normAutofit/>
          </a:bodyPr>
          <a:lstStyle>
            <a:lvl1pPr marL="0" indent="0">
              <a:buNone/>
              <a:defRPr sz="2800" b="0">
                <a:latin typeface="+mj-lt"/>
              </a:defRPr>
            </a:lvl1pPr>
            <a:lvl2pPr marL="457189" indent="0">
              <a:buNone/>
              <a:defRPr sz="2000" b="1"/>
            </a:lvl2pPr>
            <a:lvl3pPr marL="914377" indent="0">
              <a:buNone/>
              <a:defRPr sz="19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988840"/>
            <a:ext cx="5663273" cy="432048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348139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190407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3897333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normAutofit/>
          </a:bodyPr>
          <a:lstStyle>
            <a:lvl1pPr algn="l">
              <a:defRPr sz="3200" b="0" cap="all"/>
            </a:lvl1pPr>
          </a:lstStyle>
          <a:p>
            <a:r>
              <a:rPr lang="en-US"/>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normAutofit/>
          </a:bodyPr>
          <a:lstStyle>
            <a:lvl1pPr marL="0" indent="0">
              <a:buNone/>
              <a:defRPr sz="2400">
                <a:solidFill>
                  <a:schemeClr val="tx1">
                    <a:tint val="75000"/>
                  </a:schemeClr>
                </a:solidFill>
              </a:defRPr>
            </a:lvl1pPr>
            <a:lvl2pPr marL="457189" indent="0">
              <a:buNone/>
              <a:defRPr sz="1900">
                <a:solidFill>
                  <a:schemeClr val="tx1">
                    <a:tint val="75000"/>
                  </a:schemeClr>
                </a:solidFill>
              </a:defRPr>
            </a:lvl2pPr>
            <a:lvl3pPr marL="914377" indent="0">
              <a:buNone/>
              <a:defRPr sz="1600">
                <a:solidFill>
                  <a:schemeClr val="tx1">
                    <a:tint val="75000"/>
                  </a:schemeClr>
                </a:solidFill>
              </a:defRPr>
            </a:lvl3pPr>
            <a:lvl4pPr marL="1371566" indent="0">
              <a:buNone/>
              <a:defRPr sz="1500">
                <a:solidFill>
                  <a:schemeClr val="tx1">
                    <a:tint val="75000"/>
                  </a:schemeClr>
                </a:solidFill>
              </a:defRPr>
            </a:lvl4pPr>
            <a:lvl5pPr marL="1828754" indent="0">
              <a:buNone/>
              <a:defRPr sz="1500">
                <a:solidFill>
                  <a:schemeClr val="tx1">
                    <a:tint val="75000"/>
                  </a:schemeClr>
                </a:solidFill>
              </a:defRPr>
            </a:lvl5pPr>
            <a:lvl6pPr marL="2285943" indent="0">
              <a:buNone/>
              <a:defRPr sz="1500">
                <a:solidFill>
                  <a:schemeClr val="tx1">
                    <a:tint val="75000"/>
                  </a:schemeClr>
                </a:solidFill>
              </a:defRPr>
            </a:lvl6pPr>
            <a:lvl7pPr marL="2743131" indent="0">
              <a:buNone/>
              <a:defRPr sz="1500">
                <a:solidFill>
                  <a:schemeClr val="tx1">
                    <a:tint val="75000"/>
                  </a:schemeClr>
                </a:solidFill>
              </a:defRPr>
            </a:lvl7pPr>
            <a:lvl8pPr marL="3200320" indent="0">
              <a:buNone/>
              <a:defRPr sz="1500">
                <a:solidFill>
                  <a:schemeClr val="tx1">
                    <a:tint val="75000"/>
                  </a:schemeClr>
                </a:solidFill>
              </a:defRPr>
            </a:lvl8pPr>
            <a:lvl9pPr marL="3657509" indent="0">
              <a:buNone/>
              <a:defRPr sz="15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5519992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35362" y="273049"/>
            <a:ext cx="4285324" cy="1162051"/>
          </a:xfrm>
        </p:spPr>
        <p:txBody>
          <a:bodyPr anchor="b">
            <a:normAutofit/>
          </a:bodyPr>
          <a:lstStyle>
            <a:lvl1pPr algn="l">
              <a:defRPr sz="2000" b="0"/>
            </a:lvl1pPr>
          </a:lstStyle>
          <a:p>
            <a:r>
              <a:rPr lang="en-US"/>
              <a:t>Click to edit Master title style</a:t>
            </a:r>
            <a:endParaRPr lang="en-GB" dirty="0"/>
          </a:p>
        </p:txBody>
      </p:sp>
      <p:sp>
        <p:nvSpPr>
          <p:cNvPr id="3" name="Content Placeholder 2"/>
          <p:cNvSpPr>
            <a:spLocks noGrp="1"/>
          </p:cNvSpPr>
          <p:nvPr>
            <p:ph idx="1"/>
          </p:nvPr>
        </p:nvSpPr>
        <p:spPr>
          <a:xfrm>
            <a:off x="4766733" y="273050"/>
            <a:ext cx="7089907" cy="6036271"/>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335362" y="1435101"/>
            <a:ext cx="4285324" cy="4874220"/>
          </a:xfrm>
        </p:spPr>
        <p:txBody>
          <a:bodyPr>
            <a:normAutofit/>
          </a:bodyPr>
          <a:lstStyle>
            <a:lvl1pPr marL="0" indent="0">
              <a:buNone/>
              <a:defRPr sz="1600"/>
            </a:lvl1pPr>
            <a:lvl2pPr marL="457189" indent="0">
              <a:buNone/>
              <a:defRPr sz="1200"/>
            </a:lvl2pPr>
            <a:lvl3pPr marL="914377" indent="0">
              <a:buNone/>
              <a:defRPr sz="11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Tree>
    <p:extLst>
      <p:ext uri="{BB962C8B-B14F-4D97-AF65-F5344CB8AC3E}">
        <p14:creationId xmlns:p14="http://schemas.microsoft.com/office/powerpoint/2010/main" val="180486089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noAutofit/>
          </a:bodyPr>
          <a:lstStyle>
            <a:lvl1pPr algn="l">
              <a:defRPr sz="3200" b="0"/>
            </a:lvl1pPr>
          </a:lstStyle>
          <a:p>
            <a:r>
              <a:rPr lang="en-US"/>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endParaRPr lang="en-GB" dirty="0"/>
          </a:p>
        </p:txBody>
      </p:sp>
      <p:sp>
        <p:nvSpPr>
          <p:cNvPr id="4" name="Text Placeholder 3"/>
          <p:cNvSpPr>
            <a:spLocks noGrp="1"/>
          </p:cNvSpPr>
          <p:nvPr>
            <p:ph type="body" sz="half" idx="2"/>
          </p:nvPr>
        </p:nvSpPr>
        <p:spPr>
          <a:xfrm>
            <a:off x="2389717" y="5367338"/>
            <a:ext cx="7315200" cy="804863"/>
          </a:xfrm>
        </p:spPr>
        <p:txBody>
          <a:bodyPr>
            <a:normAutofit/>
          </a:bodyPr>
          <a:lstStyle>
            <a:lvl1pPr marL="0" indent="0">
              <a:buNone/>
              <a:defRPr sz="2400">
                <a:solidFill>
                  <a:schemeClr val="tx2"/>
                </a:solidFill>
              </a:defRPr>
            </a:lvl1pPr>
            <a:lvl2pPr marL="457189" indent="0">
              <a:buNone/>
              <a:defRPr sz="1200"/>
            </a:lvl2pPr>
            <a:lvl3pPr marL="914377" indent="0">
              <a:buNone/>
              <a:defRPr sz="11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Tree>
    <p:extLst>
      <p:ext uri="{BB962C8B-B14F-4D97-AF65-F5344CB8AC3E}">
        <p14:creationId xmlns:p14="http://schemas.microsoft.com/office/powerpoint/2010/main" val="95388203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p:txBody>
          <a:bodyPr vert="eaVert"/>
          <a:lstStyle>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034972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3440" y="274637"/>
            <a:ext cx="2743200" cy="6034683"/>
          </a:xfrm>
        </p:spPr>
        <p:txBody>
          <a:bodyPr vert="eaVert"/>
          <a:lstStyle/>
          <a:p>
            <a:r>
              <a:rPr lang="en-US"/>
              <a:t>Click to edit Master title style</a:t>
            </a:r>
            <a:endParaRPr lang="en-GB" dirty="0"/>
          </a:p>
        </p:txBody>
      </p:sp>
      <p:sp>
        <p:nvSpPr>
          <p:cNvPr id="3" name="Vertical Text Placeholder 2"/>
          <p:cNvSpPr>
            <a:spLocks noGrp="1"/>
          </p:cNvSpPr>
          <p:nvPr>
            <p:ph type="body" orient="vert" idx="1"/>
          </p:nvPr>
        </p:nvSpPr>
        <p:spPr>
          <a:xfrm>
            <a:off x="335360" y="274637"/>
            <a:ext cx="8544949" cy="6034683"/>
          </a:xfrm>
        </p:spPr>
        <p:txBody>
          <a:bodyPr vert="eaVert"/>
          <a:lstStyle>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26889319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277840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5.emf"/><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4.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5.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image" Target="../media/image9.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6.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theme" Target="../theme/theme7.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76.xml"/><Relationship Id="rId2" Type="http://schemas.openxmlformats.org/officeDocument/2006/relationships/slideLayout" Target="../slideLayouts/slideLayout75.xml"/><Relationship Id="rId1" Type="http://schemas.openxmlformats.org/officeDocument/2006/relationships/slideLayout" Target="../slideLayouts/slideLayout74.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79.xml"/><Relationship Id="rId2" Type="http://schemas.openxmlformats.org/officeDocument/2006/relationships/slideLayout" Target="../slideLayouts/slideLayout78.xml"/><Relationship Id="rId1" Type="http://schemas.openxmlformats.org/officeDocument/2006/relationships/slideLayout" Target="../slideLayouts/slideLayout77.xml"/><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81.xml"/><Relationship Id="rId1" Type="http://schemas.openxmlformats.org/officeDocument/2006/relationships/slideLayout" Target="../slideLayouts/slideLayout8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8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11.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theme" Target="../theme/theme12.xml"/><Relationship Id="rId3" Type="http://schemas.openxmlformats.org/officeDocument/2006/relationships/slideLayout" Target="../slideLayouts/slideLayout95.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85504952-9436-B543-A72D-D95BDEF9DABA}"/>
              </a:ext>
            </a:extLst>
          </p:cNvPr>
          <p:cNvSpPr/>
          <p:nvPr userDrawn="1"/>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a:endParaRPr lang="en-US" sz="1900" dirty="0"/>
          </a:p>
        </p:txBody>
      </p:sp>
      <p:sp>
        <p:nvSpPr>
          <p:cNvPr id="2" name="Rectangle 1">
            <a:extLst>
              <a:ext uri="{FF2B5EF4-FFF2-40B4-BE49-F238E27FC236}">
                <a16:creationId xmlns:a16="http://schemas.microsoft.com/office/drawing/2014/main" xmlns="" id="{D42CAB45-C1F3-D0C5-60E3-AE6459C881AA}"/>
              </a:ext>
            </a:extLst>
          </p:cNvPr>
          <p:cNvSpPr/>
          <p:nvPr userDrawn="1"/>
        </p:nvSpPr>
        <p:spPr>
          <a:xfrm>
            <a:off x="0" y="6827271"/>
            <a:ext cx="12192000" cy="45719"/>
          </a:xfrm>
          <a:prstGeom prst="rect">
            <a:avLst/>
          </a:prstGeom>
          <a:solidFill>
            <a:srgbClr val="0C1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 name="Rectangle 2">
            <a:extLst>
              <a:ext uri="{FF2B5EF4-FFF2-40B4-BE49-F238E27FC236}">
                <a16:creationId xmlns:a16="http://schemas.microsoft.com/office/drawing/2014/main" xmlns="" id="{AF17FF6C-E905-E3DC-D6CD-58F0B29AF034}"/>
              </a:ext>
            </a:extLst>
          </p:cNvPr>
          <p:cNvSpPr/>
          <p:nvPr userDrawn="1"/>
        </p:nvSpPr>
        <p:spPr>
          <a:xfrm>
            <a:off x="1524000" y="6827271"/>
            <a:ext cx="9144000" cy="45719"/>
          </a:xfrm>
          <a:prstGeom prst="rect">
            <a:avLst/>
          </a:prstGeom>
          <a:solidFill>
            <a:srgbClr val="1074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976387918"/>
      </p:ext>
    </p:extLst>
  </p:cSld>
  <p:clrMap bg1="lt1" tx1="dk1" bg2="lt2" tx2="dk2" accent1="accent1" accent2="accent2" accent3="accent3" accent4="accent4" accent5="accent5" accent6="accent6" hlink="hlink" folHlink="folHlink"/>
  <p:sldLayoutIdLst>
    <p:sldLayoutId id="2147483790" r:id="rId1"/>
    <p:sldLayoutId id="2147483792" r:id="rId2"/>
    <p:sldLayoutId id="2147483791"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377" rtl="0" eaLnBrk="1" latinLnBrk="0" hangingPunct="1">
        <a:spcBef>
          <a:spcPct val="0"/>
        </a:spcBef>
        <a:buNone/>
        <a:defRPr sz="2800" kern="120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Wingdings" pitchFamily="2" charset="2"/>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1"/>
        </a:buClr>
        <a:buFont typeface="Wingdings" pitchFamily="2" charset="2"/>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1"/>
        </a:buClr>
        <a:buFont typeface="Wingdings" pitchFamily="2" charset="2"/>
        <a:buChar char="§"/>
        <a:defRPr sz="16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Wingdings" pitchFamily="2" charset="2"/>
        <a:buChar char="§"/>
        <a:defRPr sz="11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934A297-02D6-CDBD-67F0-130808CF8A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DAA0D9D-1003-7B24-73EC-D149AC0BF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CE732A58-329F-0888-9C9F-6A74D046D2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59DF5A-D7E2-4476-A642-ACF56DF9EF26}" type="datetime1">
              <a:rPr lang="en-US" smtClean="0"/>
              <a:t>10/30/2026</a:t>
            </a:fld>
            <a:endParaRPr lang="en-US" dirty="0"/>
          </a:p>
        </p:txBody>
      </p:sp>
      <p:sp>
        <p:nvSpPr>
          <p:cNvPr id="5" name="Footer Placeholder 4">
            <a:extLst>
              <a:ext uri="{FF2B5EF4-FFF2-40B4-BE49-F238E27FC236}">
                <a16:creationId xmlns:a16="http://schemas.microsoft.com/office/drawing/2014/main" xmlns="" id="{91E0182F-A7B6-059C-0BBC-1DBD804F77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3BDEDC51-FE2D-D342-0CCC-96670F0C1E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91A71A-F5B7-4A51-AE9E-304FF012E646}" type="slidenum">
              <a:rPr lang="en-US" smtClean="0"/>
              <a:t>‹#›</a:t>
            </a:fld>
            <a:endParaRPr lang="en-US" dirty="0"/>
          </a:p>
        </p:txBody>
      </p:sp>
    </p:spTree>
    <p:extLst>
      <p:ext uri="{BB962C8B-B14F-4D97-AF65-F5344CB8AC3E}">
        <p14:creationId xmlns:p14="http://schemas.microsoft.com/office/powerpoint/2010/main" val="639446322"/>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8AE7A7E-1915-45DB-6550-4B3F33EF7C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AD83FC0-143B-85CD-0376-2BAAAC794C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3A1B426-C5A3-959F-BD02-4C5EEC000A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ADCE0-3F68-4CC8-AC68-07A9D9D71312}" type="datetime1">
              <a:rPr lang="en-US" smtClean="0"/>
              <a:t>10/30/2026</a:t>
            </a:fld>
            <a:endParaRPr lang="en-US" dirty="0"/>
          </a:p>
        </p:txBody>
      </p:sp>
      <p:sp>
        <p:nvSpPr>
          <p:cNvPr id="5" name="Footer Placeholder 4">
            <a:extLst>
              <a:ext uri="{FF2B5EF4-FFF2-40B4-BE49-F238E27FC236}">
                <a16:creationId xmlns:a16="http://schemas.microsoft.com/office/drawing/2014/main" xmlns="" id="{C9098A78-2F2E-0A95-DCD0-61C0C7C6E1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54F33D91-A5C1-7761-031C-F643DAF8A8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316ECB-BF8D-4152-B00B-C17A4C877B7E}" type="slidenum">
              <a:rPr lang="en-US" smtClean="0"/>
              <a:t>‹#›</a:t>
            </a:fld>
            <a:endParaRPr lang="en-US" dirty="0"/>
          </a:p>
        </p:txBody>
      </p:sp>
    </p:spTree>
    <p:extLst>
      <p:ext uri="{BB962C8B-B14F-4D97-AF65-F5344CB8AC3E}">
        <p14:creationId xmlns:p14="http://schemas.microsoft.com/office/powerpoint/2010/main" val="2589276110"/>
      </p:ext>
    </p:extLst>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0" y="274637"/>
            <a:ext cx="11521280" cy="706091"/>
          </a:xfrm>
          <a:prstGeom prst="rect">
            <a:avLst/>
          </a:prstGeom>
        </p:spPr>
        <p:txBody>
          <a:bodyPr vert="horz" lIns="91438" tIns="45719" rIns="91438" bIns="45719" rtlCol="0" anchor="ctr">
            <a:normAutofit/>
          </a:bodyPr>
          <a:lstStyle/>
          <a:p>
            <a:r>
              <a:rPr lang="en-US" dirty="0"/>
              <a:t>Click to edit Master title style</a:t>
            </a:r>
            <a:endParaRPr lang="en-GB" dirty="0"/>
          </a:p>
        </p:txBody>
      </p:sp>
      <p:pic>
        <p:nvPicPr>
          <p:cNvPr id="5" name="Picture 4"/>
          <p:cNvPicPr>
            <a:picLocks noChangeAspect="1"/>
          </p:cNvPicPr>
          <p:nvPr/>
        </p:nvPicPr>
        <p:blipFill>
          <a:blip r:embed="rId16" cstate="screen">
            <a:extLst>
              <a:ext uri="{28A0092B-C50C-407E-A947-70E740481C1C}">
                <a14:useLocalDpi xmlns:a14="http://schemas.microsoft.com/office/drawing/2010/main"/>
              </a:ext>
            </a:extLst>
          </a:blip>
          <a:srcRect/>
          <a:stretch/>
        </p:blipFill>
        <p:spPr>
          <a:xfrm>
            <a:off x="335093" y="6453841"/>
            <a:ext cx="1007307" cy="215043"/>
          </a:xfrm>
          <a:prstGeom prst="rect">
            <a:avLst/>
          </a:prstGeom>
          <a:ln>
            <a:noFill/>
          </a:ln>
        </p:spPr>
      </p:pic>
    </p:spTree>
    <p:extLst>
      <p:ext uri="{BB962C8B-B14F-4D97-AF65-F5344CB8AC3E}">
        <p14:creationId xmlns:p14="http://schemas.microsoft.com/office/powerpoint/2010/main" val="2681084130"/>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666" r:id="rId5"/>
    <p:sldLayoutId id="2147483667" r:id="rId6"/>
    <p:sldLayoutId id="2147483668" r:id="rId7"/>
    <p:sldLayoutId id="2147483670" r:id="rId8"/>
    <p:sldLayoutId id="2147483672" r:id="rId9"/>
    <p:sldLayoutId id="2147483671" r:id="rId10"/>
    <p:sldLayoutId id="2147483669" r:id="rId11"/>
    <p:sldLayoutId id="2147483673" r:id="rId12"/>
    <p:sldLayoutId id="2147483703" r:id="rId13"/>
    <p:sldLayoutId id="2147483783"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377" rtl="0" eaLnBrk="1" latinLnBrk="0" hangingPunct="1">
        <a:spcBef>
          <a:spcPct val="0"/>
        </a:spcBef>
        <a:buNone/>
        <a:defRPr sz="3200" kern="1200" cap="all" baseline="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Wingdings" pitchFamily="2" charset="2"/>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1"/>
        </a:buClr>
        <a:buFont typeface="Wingdings" pitchFamily="2" charset="2"/>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1"/>
        </a:buClr>
        <a:buFont typeface="Wingdings" pitchFamily="2" charset="2"/>
        <a:buChar char="§"/>
        <a:defRPr sz="16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Wingdings" pitchFamily="2" charset="2"/>
        <a:buChar char="§"/>
        <a:defRPr sz="11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0" y="274637"/>
            <a:ext cx="11521280" cy="706091"/>
          </a:xfrm>
          <a:prstGeom prst="rect">
            <a:avLst/>
          </a:prstGeom>
        </p:spPr>
        <p:txBody>
          <a:bodyPr vert="horz" lIns="91438" tIns="45719" rIns="91438" bIns="45719"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335360" y="1124744"/>
            <a:ext cx="11521280" cy="5184576"/>
          </a:xfrm>
          <a:prstGeom prst="rect">
            <a:avLst/>
          </a:prstGeom>
        </p:spPr>
        <p:txBody>
          <a:bodyPr vert="horz" lIns="91438" tIns="45719" rIns="91438" bIns="4571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Rectangle 5"/>
          <p:cNvSpPr/>
          <p:nvPr/>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a:endParaRPr lang="en-US" sz="1900" dirty="0"/>
          </a:p>
        </p:txBody>
      </p:sp>
      <p:sp>
        <p:nvSpPr>
          <p:cNvPr id="8" name="Date Placeholder 3">
            <a:extLst>
              <a:ext uri="{FF2B5EF4-FFF2-40B4-BE49-F238E27FC236}">
                <a16:creationId xmlns:a16="http://schemas.microsoft.com/office/drawing/2014/main" xmlns="" id="{20F8514C-DCD0-754D-815C-DB9C0648830D}"/>
              </a:ext>
            </a:extLst>
          </p:cNvPr>
          <p:cNvSpPr txBox="1">
            <a:spLocks/>
          </p:cNvSpPr>
          <p:nvPr userDrawn="1"/>
        </p:nvSpPr>
        <p:spPr>
          <a:xfrm>
            <a:off x="9107851" y="6381330"/>
            <a:ext cx="2844800" cy="365125"/>
          </a:xfrm>
          <a:prstGeom prst="rect">
            <a:avLst/>
          </a:prstGeom>
        </p:spPr>
        <p:txBody>
          <a:bodyPr vert="horz" lIns="91438" tIns="45719" rIns="91438" bIns="45719" rtlCol="0" anchor="ctr"/>
          <a:lstStyle>
            <a:defPPr>
              <a:defRPr lang="en-US"/>
            </a:defPPr>
            <a:lvl1pPr marL="0" algn="l" defTabSz="914400" rtl="0" eaLnBrk="1" latinLnBrk="0" hangingPunct="1">
              <a:defRPr sz="700" kern="1200">
                <a:solidFill>
                  <a:srgbClr val="1D1160"/>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CAE0794-50BC-4548-8923-A59F3042CC88}" type="slidenum">
              <a:rPr lang="en-GB" sz="1100" smtClean="0">
                <a:solidFill>
                  <a:schemeClr val="bg1"/>
                </a:solidFill>
              </a:rPr>
              <a:pPr algn="r"/>
              <a:t>‹#›</a:t>
            </a:fld>
            <a:endParaRPr lang="en-GB" sz="700" dirty="0">
              <a:solidFill>
                <a:schemeClr val="bg1"/>
              </a:solidFill>
            </a:endParaRPr>
          </a:p>
        </p:txBody>
      </p:sp>
      <p:pic>
        <p:nvPicPr>
          <p:cNvPr id="10" name="Picture 9">
            <a:extLst>
              <a:ext uri="{FF2B5EF4-FFF2-40B4-BE49-F238E27FC236}">
                <a16:creationId xmlns:a16="http://schemas.microsoft.com/office/drawing/2014/main" xmlns="" id="{9C7CA06A-3DEE-7148-8434-AFB3C980504E}"/>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335093" y="6454242"/>
            <a:ext cx="1007307" cy="214240"/>
          </a:xfrm>
          <a:prstGeom prst="rect">
            <a:avLst/>
          </a:prstGeom>
        </p:spPr>
      </p:pic>
      <p:sp>
        <p:nvSpPr>
          <p:cNvPr id="4" name="Rectangle 3">
            <a:extLst>
              <a:ext uri="{FF2B5EF4-FFF2-40B4-BE49-F238E27FC236}">
                <a16:creationId xmlns:a16="http://schemas.microsoft.com/office/drawing/2014/main" xmlns="" id="{385545D6-9C62-1566-F878-A41EE0F57D84}"/>
              </a:ext>
            </a:extLst>
          </p:cNvPr>
          <p:cNvSpPr/>
          <p:nvPr userDrawn="1"/>
        </p:nvSpPr>
        <p:spPr>
          <a:xfrm>
            <a:off x="0" y="6827271"/>
            <a:ext cx="12192000" cy="45719"/>
          </a:xfrm>
          <a:prstGeom prst="rect">
            <a:avLst/>
          </a:prstGeom>
          <a:solidFill>
            <a:srgbClr val="0C1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5" name="Rectangle 4">
            <a:extLst>
              <a:ext uri="{FF2B5EF4-FFF2-40B4-BE49-F238E27FC236}">
                <a16:creationId xmlns:a16="http://schemas.microsoft.com/office/drawing/2014/main" xmlns="" id="{77BC3781-67EA-4DC7-90FE-52FAEAA652D6}"/>
              </a:ext>
            </a:extLst>
          </p:cNvPr>
          <p:cNvSpPr/>
          <p:nvPr userDrawn="1"/>
        </p:nvSpPr>
        <p:spPr>
          <a:xfrm>
            <a:off x="1524000" y="6827271"/>
            <a:ext cx="9144000" cy="45719"/>
          </a:xfrm>
          <a:prstGeom prst="rect">
            <a:avLst/>
          </a:prstGeom>
          <a:solidFill>
            <a:srgbClr val="1074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07802661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6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377" rtl="0" eaLnBrk="1" latinLnBrk="0" hangingPunct="1">
        <a:spcBef>
          <a:spcPct val="0"/>
        </a:spcBef>
        <a:buNone/>
        <a:defRPr sz="3200" kern="1200" cap="all" baseline="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3"/>
        </a:buClr>
        <a:buFont typeface="Arial" panose="020B0604020202020204" pitchFamily="34" charset="0"/>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3"/>
        </a:buClr>
        <a:buFont typeface="Arial" panose="020B0604020202020204" pitchFamily="34" charset="0"/>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600160" indent="-228594" algn="l" defTabSz="914377" rtl="0" eaLnBrk="1" latinLnBrk="0" hangingPunct="1">
        <a:spcBef>
          <a:spcPct val="20000"/>
        </a:spcBef>
        <a:buClr>
          <a:schemeClr val="accent3"/>
        </a:buClr>
        <a:buFont typeface="Arial" panose="020B0604020202020204" pitchFamily="34" charset="0"/>
        <a:buChar char="•"/>
        <a:defRPr sz="1600" kern="1200">
          <a:solidFill>
            <a:schemeClr val="tx2"/>
          </a:solidFill>
          <a:latin typeface="+mn-lt"/>
          <a:ea typeface="+mn-ea"/>
          <a:cs typeface="+mn-cs"/>
        </a:defRPr>
      </a:lvl4pPr>
      <a:lvl5pPr marL="2057349" indent="-228594" algn="l" defTabSz="914377" rtl="0" eaLnBrk="1" latinLnBrk="0" hangingPunct="1">
        <a:spcBef>
          <a:spcPct val="20000"/>
        </a:spcBef>
        <a:buClr>
          <a:schemeClr val="accent3"/>
        </a:buClr>
        <a:buFont typeface="Arial" panose="020B0604020202020204" pitchFamily="34" charset="0"/>
        <a:buChar char="•"/>
        <a:defRPr sz="16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6F159B3-53E3-2349-9867-D1F6B0B84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89B2239-E10E-1FE7-C90C-C94E7F0F4E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BCD4660-BD57-59F8-DB7B-065451490D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5B7AA-7275-47B6-BBF3-245B2BFEED91}" type="datetime1">
              <a:rPr lang="en-US" smtClean="0"/>
              <a:t>10/30/2026</a:t>
            </a:fld>
            <a:endParaRPr lang="en-US" dirty="0"/>
          </a:p>
        </p:txBody>
      </p:sp>
      <p:sp>
        <p:nvSpPr>
          <p:cNvPr id="5" name="Footer Placeholder 4">
            <a:extLst>
              <a:ext uri="{FF2B5EF4-FFF2-40B4-BE49-F238E27FC236}">
                <a16:creationId xmlns:a16="http://schemas.microsoft.com/office/drawing/2014/main" xmlns="" id="{A9B38C55-1968-5D38-F066-05E4181B63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6196AC41-6C41-12F3-452E-D99BB462F4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9EDC09-2040-499D-AB83-91DD3F59DB65}" type="slidenum">
              <a:rPr lang="en-US" smtClean="0"/>
              <a:t>‹#›</a:t>
            </a:fld>
            <a:endParaRPr lang="en-US" dirty="0"/>
          </a:p>
        </p:txBody>
      </p:sp>
    </p:spTree>
    <p:extLst>
      <p:ext uri="{BB962C8B-B14F-4D97-AF65-F5344CB8AC3E}">
        <p14:creationId xmlns:p14="http://schemas.microsoft.com/office/powerpoint/2010/main" val="1029446769"/>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F5973B4-C96E-6B04-AA8F-86F8BB2900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E5150AF-A052-385B-AFCE-0F3CE2305F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4A12F90-5CD6-8B4E-7B16-099F2ABC55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6CD4C0-5DF8-400F-88A3-861A1196A74A}" type="datetime1">
              <a:rPr lang="en-US" smtClean="0"/>
              <a:t>10/30/2026</a:t>
            </a:fld>
            <a:endParaRPr lang="en-US" dirty="0"/>
          </a:p>
        </p:txBody>
      </p:sp>
      <p:sp>
        <p:nvSpPr>
          <p:cNvPr id="5" name="Footer Placeholder 4">
            <a:extLst>
              <a:ext uri="{FF2B5EF4-FFF2-40B4-BE49-F238E27FC236}">
                <a16:creationId xmlns:a16="http://schemas.microsoft.com/office/drawing/2014/main" xmlns="" id="{3D08C6F2-0D1E-470E-EF90-5BDCE0BD21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F1CF60D9-7039-D756-D101-67C988A66A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25F795-13A2-45D9-B1B1-8A76B5F3449D}" type="slidenum">
              <a:rPr lang="en-US" smtClean="0"/>
              <a:t>‹#›</a:t>
            </a:fld>
            <a:endParaRPr lang="en-US" dirty="0"/>
          </a:p>
        </p:txBody>
      </p:sp>
    </p:spTree>
    <p:extLst>
      <p:ext uri="{BB962C8B-B14F-4D97-AF65-F5344CB8AC3E}">
        <p14:creationId xmlns:p14="http://schemas.microsoft.com/office/powerpoint/2010/main" val="63831955"/>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85504952-9436-B543-A72D-D95BDEF9DABA}"/>
              </a:ext>
            </a:extLst>
          </p:cNvPr>
          <p:cNvSpPr/>
          <p:nvPr/>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a:endParaRPr lang="en-US" sz="1900" dirty="0"/>
          </a:p>
        </p:txBody>
      </p:sp>
      <p:sp>
        <p:nvSpPr>
          <p:cNvPr id="2" name="Rectangle 1">
            <a:extLst>
              <a:ext uri="{FF2B5EF4-FFF2-40B4-BE49-F238E27FC236}">
                <a16:creationId xmlns:a16="http://schemas.microsoft.com/office/drawing/2014/main" xmlns="" id="{D42CAB45-C1F3-D0C5-60E3-AE6459C881AA}"/>
              </a:ext>
            </a:extLst>
          </p:cNvPr>
          <p:cNvSpPr/>
          <p:nvPr/>
        </p:nvSpPr>
        <p:spPr>
          <a:xfrm>
            <a:off x="0" y="6827271"/>
            <a:ext cx="12192000" cy="45719"/>
          </a:xfrm>
          <a:prstGeom prst="rect">
            <a:avLst/>
          </a:prstGeom>
          <a:solidFill>
            <a:srgbClr val="0C1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 name="Rectangle 2">
            <a:extLst>
              <a:ext uri="{FF2B5EF4-FFF2-40B4-BE49-F238E27FC236}">
                <a16:creationId xmlns:a16="http://schemas.microsoft.com/office/drawing/2014/main" xmlns="" id="{AF17FF6C-E905-E3DC-D6CD-58F0B29AF034}"/>
              </a:ext>
            </a:extLst>
          </p:cNvPr>
          <p:cNvSpPr/>
          <p:nvPr/>
        </p:nvSpPr>
        <p:spPr>
          <a:xfrm>
            <a:off x="1524000" y="6827271"/>
            <a:ext cx="9144000" cy="45719"/>
          </a:xfrm>
          <a:prstGeom prst="rect">
            <a:avLst/>
          </a:prstGeom>
          <a:solidFill>
            <a:srgbClr val="1074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583266011"/>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377" rtl="0" eaLnBrk="1" latinLnBrk="0" hangingPunct="1">
        <a:spcBef>
          <a:spcPct val="0"/>
        </a:spcBef>
        <a:buNone/>
        <a:defRPr sz="2800" kern="120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Wingdings" pitchFamily="2" charset="2"/>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1"/>
        </a:buClr>
        <a:buFont typeface="Wingdings" pitchFamily="2" charset="2"/>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1"/>
        </a:buClr>
        <a:buFont typeface="Wingdings" pitchFamily="2" charset="2"/>
        <a:buChar char="§"/>
        <a:defRPr sz="16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Wingdings" pitchFamily="2" charset="2"/>
        <a:buChar char="§"/>
        <a:defRPr sz="11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85504952-9436-B543-A72D-D95BDEF9DABA}"/>
              </a:ext>
            </a:extLst>
          </p:cNvPr>
          <p:cNvSpPr/>
          <p:nvPr/>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a:endParaRPr lang="en-US" sz="1900" dirty="0"/>
          </a:p>
        </p:txBody>
      </p:sp>
      <p:sp>
        <p:nvSpPr>
          <p:cNvPr id="2" name="Rectangle 1">
            <a:extLst>
              <a:ext uri="{FF2B5EF4-FFF2-40B4-BE49-F238E27FC236}">
                <a16:creationId xmlns:a16="http://schemas.microsoft.com/office/drawing/2014/main" xmlns="" id="{D42CAB45-C1F3-D0C5-60E3-AE6459C881AA}"/>
              </a:ext>
            </a:extLst>
          </p:cNvPr>
          <p:cNvSpPr/>
          <p:nvPr/>
        </p:nvSpPr>
        <p:spPr>
          <a:xfrm>
            <a:off x="0" y="6827271"/>
            <a:ext cx="12192000" cy="45719"/>
          </a:xfrm>
          <a:prstGeom prst="rect">
            <a:avLst/>
          </a:prstGeom>
          <a:solidFill>
            <a:srgbClr val="0C1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3" name="Rectangle 2">
            <a:extLst>
              <a:ext uri="{FF2B5EF4-FFF2-40B4-BE49-F238E27FC236}">
                <a16:creationId xmlns:a16="http://schemas.microsoft.com/office/drawing/2014/main" xmlns="" id="{AF17FF6C-E905-E3DC-D6CD-58F0B29AF034}"/>
              </a:ext>
            </a:extLst>
          </p:cNvPr>
          <p:cNvSpPr/>
          <p:nvPr/>
        </p:nvSpPr>
        <p:spPr>
          <a:xfrm>
            <a:off x="1524000" y="6827271"/>
            <a:ext cx="9144000" cy="45719"/>
          </a:xfrm>
          <a:prstGeom prst="rect">
            <a:avLst/>
          </a:prstGeom>
          <a:solidFill>
            <a:srgbClr val="1074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xmlns="" id="{85504952-9436-B543-A72D-D95BDEF9DABA}"/>
              </a:ext>
            </a:extLst>
          </p:cNvPr>
          <p:cNvSpPr/>
          <p:nvPr userDrawn="1"/>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defTabSz="914377" eaLnBrk="1" fontAlgn="auto" hangingPunct="1">
              <a:spcBef>
                <a:spcPts val="0"/>
              </a:spcBef>
              <a:spcAft>
                <a:spcPts val="0"/>
              </a:spcAft>
            </a:pPr>
            <a:endParaRPr lang="en-US" sz="1900" dirty="0">
              <a:solidFill>
                <a:srgbClr val="FFFFFF"/>
              </a:solidFill>
            </a:endParaRPr>
          </a:p>
        </p:txBody>
      </p:sp>
    </p:spTree>
    <p:extLst>
      <p:ext uri="{BB962C8B-B14F-4D97-AF65-F5344CB8AC3E}">
        <p14:creationId xmlns:p14="http://schemas.microsoft.com/office/powerpoint/2010/main" val="3709502266"/>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377" rtl="0" eaLnBrk="1" latinLnBrk="0" hangingPunct="1">
        <a:spcBef>
          <a:spcPct val="0"/>
        </a:spcBef>
        <a:buNone/>
        <a:defRPr sz="2800" kern="120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Wingdings" pitchFamily="2" charset="2"/>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1"/>
        </a:buClr>
        <a:buFont typeface="Wingdings" pitchFamily="2" charset="2"/>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1"/>
        </a:buClr>
        <a:buFont typeface="Wingdings" pitchFamily="2" charset="2"/>
        <a:buChar char="§"/>
        <a:defRPr sz="16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Wingdings" pitchFamily="2" charset="2"/>
        <a:buChar char="§"/>
        <a:defRPr sz="11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85504952-9436-B543-A72D-D95BDEF9DABA}"/>
              </a:ext>
            </a:extLst>
          </p:cNvPr>
          <p:cNvSpPr/>
          <p:nvPr userDrawn="1"/>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defTabSz="914377" eaLnBrk="1" fontAlgn="auto" hangingPunct="1">
              <a:spcBef>
                <a:spcPts val="0"/>
              </a:spcBef>
              <a:spcAft>
                <a:spcPts val="0"/>
              </a:spcAft>
            </a:pPr>
            <a:endParaRPr lang="en-US" sz="1900" dirty="0">
              <a:solidFill>
                <a:srgbClr val="FFFFFF"/>
              </a:solidFill>
            </a:endParaRPr>
          </a:p>
        </p:txBody>
      </p:sp>
    </p:spTree>
    <p:extLst>
      <p:ext uri="{BB962C8B-B14F-4D97-AF65-F5344CB8AC3E}">
        <p14:creationId xmlns:p14="http://schemas.microsoft.com/office/powerpoint/2010/main" val="1332572822"/>
      </p:ext>
    </p:extLst>
  </p:cSld>
  <p:clrMap bg1="lt1" tx1="dk1" bg2="lt2" tx2="dk2" accent1="accent1" accent2="accent2" accent3="accent3" accent4="accent4" accent5="accent5" accent6="accent6" hlink="hlink" folHlink="folHlink"/>
  <p:sldLayoutIdLst>
    <p:sldLayoutId id="2147483982" r:id="rId1"/>
    <p:sldLayoutId id="2147483983" r:id="rId2"/>
  </p:sldLayoutIdLst>
  <p:hf hdr="0" ftr="0" dt="0"/>
  <p:txStyles>
    <p:titleStyle>
      <a:lvl1pPr algn="ctr" defTabSz="914377" rtl="0" eaLnBrk="1" latinLnBrk="0" hangingPunct="1">
        <a:spcBef>
          <a:spcPct val="0"/>
        </a:spcBef>
        <a:buNone/>
        <a:defRPr sz="2800" kern="120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Wingdings" pitchFamily="2" charset="2"/>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1"/>
        </a:buClr>
        <a:buFont typeface="Wingdings" pitchFamily="2" charset="2"/>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1"/>
        </a:buClr>
        <a:buFont typeface="Wingdings" pitchFamily="2" charset="2"/>
        <a:buChar char="§"/>
        <a:defRPr sz="16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Wingdings" pitchFamily="2" charset="2"/>
        <a:buChar char="§"/>
        <a:defRPr sz="11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0" y="274637"/>
            <a:ext cx="11521280" cy="706091"/>
          </a:xfrm>
          <a:prstGeom prst="rect">
            <a:avLst/>
          </a:prstGeom>
        </p:spPr>
        <p:txBody>
          <a:bodyPr vert="horz" lIns="91438" tIns="45719" rIns="91438" bIns="45719"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335360" y="1124744"/>
            <a:ext cx="11521280" cy="5184576"/>
          </a:xfrm>
          <a:prstGeom prst="rect">
            <a:avLst/>
          </a:prstGeom>
        </p:spPr>
        <p:txBody>
          <a:bodyPr vert="horz" lIns="91438" tIns="45719" rIns="91438" bIns="45719"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3"/>
          <p:cNvSpPr txBox="1">
            <a:spLocks/>
          </p:cNvSpPr>
          <p:nvPr/>
        </p:nvSpPr>
        <p:spPr>
          <a:xfrm>
            <a:off x="9107851" y="6381330"/>
            <a:ext cx="2844800" cy="365125"/>
          </a:xfrm>
          <a:prstGeom prst="rect">
            <a:avLst/>
          </a:prstGeom>
        </p:spPr>
        <p:txBody>
          <a:bodyPr vert="horz" lIns="91438" tIns="45719" rIns="91438" bIns="45719" rtlCol="0" anchor="ctr"/>
          <a:lstStyle>
            <a:defPPr>
              <a:defRPr lang="en-US"/>
            </a:defPPr>
            <a:lvl1pPr marL="0" algn="l" defTabSz="914400" rtl="0" eaLnBrk="1" latinLnBrk="0" hangingPunct="1">
              <a:defRPr sz="700" kern="1200">
                <a:solidFill>
                  <a:srgbClr val="1D1160"/>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CAE0794-50BC-4548-8923-A59F3042CC88}" type="slidenum">
              <a:rPr lang="en-GB" sz="1100" smtClean="0">
                <a:solidFill>
                  <a:srgbClr val="B2131C"/>
                </a:solidFill>
              </a:rPr>
              <a:pPr algn="r"/>
              <a:t>‹#›</a:t>
            </a:fld>
            <a:endParaRPr lang="en-GB" dirty="0">
              <a:solidFill>
                <a:srgbClr val="B2131C"/>
              </a:solidFill>
            </a:endParaRPr>
          </a:p>
        </p:txBody>
      </p:sp>
      <p:sp>
        <p:nvSpPr>
          <p:cNvPr id="6" name="Rectangle 5"/>
          <p:cNvSpPr/>
          <p:nvPr/>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a:endParaRPr lang="en-US" dirty="0">
              <a:solidFill>
                <a:srgbClr val="FFFFFF"/>
              </a:solidFill>
            </a:endParaRPr>
          </a:p>
        </p:txBody>
      </p:sp>
    </p:spTree>
    <p:extLst>
      <p:ext uri="{BB962C8B-B14F-4D97-AF65-F5344CB8AC3E}">
        <p14:creationId xmlns:p14="http://schemas.microsoft.com/office/powerpoint/2010/main" val="3832375562"/>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hf hdr="0" ftr="0" dt="0"/>
  <p:txStyles>
    <p:titleStyle>
      <a:lvl1pPr algn="ctr" defTabSz="914377" rtl="0" eaLnBrk="1" latinLnBrk="0" hangingPunct="1">
        <a:spcBef>
          <a:spcPct val="0"/>
        </a:spcBef>
        <a:buNone/>
        <a:defRPr sz="3600" kern="1200" cap="all" baseline="0">
          <a:solidFill>
            <a:schemeClr val="accent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Arial" panose="020B0604020202020204" pitchFamily="34" charset="0"/>
        <a:buChar char="•"/>
        <a:defRPr sz="2400" kern="1200">
          <a:solidFill>
            <a:schemeClr val="accent6"/>
          </a:solidFill>
          <a:latin typeface="+mn-lt"/>
          <a:ea typeface="+mn-ea"/>
          <a:cs typeface="+mn-cs"/>
        </a:defRPr>
      </a:lvl1pPr>
      <a:lvl2pPr marL="742932" indent="-285744" algn="l" defTabSz="914377"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2971" indent="-228594" algn="l" defTabSz="914377" rtl="0" eaLnBrk="1" latinLnBrk="0" hangingPunct="1">
        <a:spcBef>
          <a:spcPct val="20000"/>
        </a:spcBef>
        <a:buClr>
          <a:schemeClr val="accent1"/>
        </a:buClr>
        <a:buFont typeface="Arial" panose="020B0604020202020204" pitchFamily="34" charset="0"/>
        <a:buChar char="•"/>
        <a:defRPr sz="18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Arial" panose="020B0604020202020204" pitchFamily="34" charset="0"/>
        <a:buChar char="•"/>
        <a:defRPr sz="16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Arial" panose="020B0604020202020204" pitchFamily="34" charset="0"/>
        <a:buChar char="•"/>
        <a:defRPr sz="16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0" y="274637"/>
            <a:ext cx="11521280" cy="706091"/>
          </a:xfrm>
          <a:prstGeom prst="rect">
            <a:avLst/>
          </a:prstGeom>
        </p:spPr>
        <p:txBody>
          <a:bodyPr vert="horz" lIns="91438" tIns="45719" rIns="91438" bIns="45719"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335360" y="1124744"/>
            <a:ext cx="11521280" cy="5184576"/>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txBox="1">
            <a:spLocks/>
          </p:cNvSpPr>
          <p:nvPr/>
        </p:nvSpPr>
        <p:spPr>
          <a:xfrm>
            <a:off x="9107851" y="6381330"/>
            <a:ext cx="2844800" cy="365125"/>
          </a:xfrm>
          <a:prstGeom prst="rect">
            <a:avLst/>
          </a:prstGeom>
        </p:spPr>
        <p:txBody>
          <a:bodyPr vert="horz" lIns="91438" tIns="45719" rIns="91438" bIns="45719" rtlCol="0" anchor="ctr"/>
          <a:lstStyle>
            <a:defPPr>
              <a:defRPr lang="en-US"/>
            </a:defPPr>
            <a:lvl1pPr marL="0" algn="l" defTabSz="914400" rtl="0" eaLnBrk="1" latinLnBrk="0" hangingPunct="1">
              <a:defRPr sz="700" kern="1200">
                <a:solidFill>
                  <a:srgbClr val="1D1160"/>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CAE0794-50BC-4548-8923-A59F3042CC88}" type="slidenum">
              <a:rPr lang="en-GB" sz="1100" smtClean="0">
                <a:solidFill>
                  <a:srgbClr val="B2131C"/>
                </a:solidFill>
              </a:rPr>
              <a:pPr algn="r"/>
              <a:t>‹#›</a:t>
            </a:fld>
            <a:endParaRPr lang="en-GB" dirty="0">
              <a:solidFill>
                <a:srgbClr val="B2131C"/>
              </a:solidFill>
            </a:endParaRPr>
          </a:p>
        </p:txBody>
      </p:sp>
      <p:sp>
        <p:nvSpPr>
          <p:cNvPr id="6" name="Rectangle 5"/>
          <p:cNvSpPr/>
          <p:nvPr/>
        </p:nvSpPr>
        <p:spPr>
          <a:xfrm>
            <a:off x="0" y="0"/>
            <a:ext cx="12192000" cy="720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lIns="91438" tIns="45719" rIns="91438" bIns="45719" rtlCol="0" anchor="ctr"/>
          <a:lstStyle/>
          <a:p>
            <a:pPr algn="ctr" defTabSz="914400"/>
            <a:endParaRPr lang="en-US" sz="1800" dirty="0">
              <a:solidFill>
                <a:srgbClr val="FFFFFF"/>
              </a:solidFill>
            </a:endParaRPr>
          </a:p>
        </p:txBody>
      </p:sp>
    </p:spTree>
    <p:extLst>
      <p:ext uri="{BB962C8B-B14F-4D97-AF65-F5344CB8AC3E}">
        <p14:creationId xmlns:p14="http://schemas.microsoft.com/office/powerpoint/2010/main" val="1041960391"/>
      </p:ext>
    </p:extLst>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Lst>
  <p:hf hdr="0" ftr="0" dt="0"/>
  <p:txStyles>
    <p:titleStyle>
      <a:lvl1pPr algn="ctr" defTabSz="914377" rtl="0" eaLnBrk="1" latinLnBrk="0" hangingPunct="1">
        <a:spcBef>
          <a:spcPct val="0"/>
        </a:spcBef>
        <a:buNone/>
        <a:defRPr sz="3200" kern="1200" cap="all" baseline="0">
          <a:solidFill>
            <a:schemeClr val="tx1"/>
          </a:solidFill>
          <a:latin typeface="+mj-lt"/>
          <a:ea typeface="+mj-ea"/>
          <a:cs typeface="+mj-cs"/>
        </a:defRPr>
      </a:lvl1pPr>
    </p:titleStyle>
    <p:bodyStyle>
      <a:lvl1pPr marL="342891" indent="-342891" algn="l" defTabSz="914377" rtl="0" eaLnBrk="1" latinLnBrk="0" hangingPunct="1">
        <a:spcBef>
          <a:spcPct val="20000"/>
        </a:spcBef>
        <a:buClr>
          <a:schemeClr val="accent1"/>
        </a:buClr>
        <a:buFont typeface="Arial" panose="020B0604020202020204" pitchFamily="34" charset="0"/>
        <a:buChar char="•"/>
        <a:defRPr sz="2400" kern="1200">
          <a:solidFill>
            <a:schemeClr val="tx1"/>
          </a:solidFill>
          <a:latin typeface="+mn-lt"/>
          <a:ea typeface="+mn-ea"/>
          <a:cs typeface="+mn-cs"/>
        </a:defRPr>
      </a:lvl1pPr>
      <a:lvl2pPr marL="742932" indent="-285744" algn="l" defTabSz="914377" rtl="0" eaLnBrk="1" latinLnBrk="0" hangingPunct="1">
        <a:spcBef>
          <a:spcPct val="20000"/>
        </a:spcBef>
        <a:buClr>
          <a:schemeClr val="accent1"/>
        </a:buClr>
        <a:buFont typeface="Arial" panose="020B0604020202020204" pitchFamily="34" charset="0"/>
        <a:buChar char="•"/>
        <a:defRPr sz="2000" kern="1200">
          <a:solidFill>
            <a:schemeClr val="tx2"/>
          </a:solidFill>
          <a:latin typeface="+mn-lt"/>
          <a:ea typeface="+mn-ea"/>
          <a:cs typeface="+mn-cs"/>
        </a:defRPr>
      </a:lvl2pPr>
      <a:lvl3pPr marL="1142971" indent="-228594" algn="l" defTabSz="914377" rtl="0" eaLnBrk="1" latinLnBrk="0" hangingPunct="1">
        <a:spcBef>
          <a:spcPct val="20000"/>
        </a:spcBef>
        <a:buClr>
          <a:schemeClr val="accent1"/>
        </a:buClr>
        <a:buFont typeface="Arial" panose="020B0604020202020204" pitchFamily="34" charset="0"/>
        <a:buChar char="•"/>
        <a:defRPr sz="1800" kern="1200">
          <a:solidFill>
            <a:schemeClr val="tx2"/>
          </a:solidFill>
          <a:latin typeface="+mn-lt"/>
          <a:ea typeface="+mn-ea"/>
          <a:cs typeface="+mn-cs"/>
        </a:defRPr>
      </a:lvl3pPr>
      <a:lvl4pPr marL="1600160" indent="-228594" algn="l" defTabSz="914377" rtl="0" eaLnBrk="1" latinLnBrk="0" hangingPunct="1">
        <a:spcBef>
          <a:spcPct val="20000"/>
        </a:spcBef>
        <a:buClr>
          <a:schemeClr val="accent1"/>
        </a:buClr>
        <a:buFont typeface="Arial" panose="020B0604020202020204" pitchFamily="34" charset="0"/>
        <a:buChar char="•"/>
        <a:defRPr sz="1600" kern="1200">
          <a:solidFill>
            <a:schemeClr val="tx2"/>
          </a:solidFill>
          <a:latin typeface="+mn-lt"/>
          <a:ea typeface="+mn-ea"/>
          <a:cs typeface="+mn-cs"/>
        </a:defRPr>
      </a:lvl4pPr>
      <a:lvl5pPr marL="2057349" indent="-228594" algn="l" defTabSz="914377" rtl="0" eaLnBrk="1" latinLnBrk="0" hangingPunct="1">
        <a:spcBef>
          <a:spcPct val="20000"/>
        </a:spcBef>
        <a:buClr>
          <a:schemeClr val="accent1"/>
        </a:buClr>
        <a:buFont typeface="Arial" panose="020B0604020202020204" pitchFamily="34" charset="0"/>
        <a:buChar char="•"/>
        <a:defRPr sz="1600" kern="1200">
          <a:solidFill>
            <a:schemeClr val="tx2"/>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900" kern="1200">
          <a:solidFill>
            <a:schemeClr val="tx1"/>
          </a:solidFill>
          <a:latin typeface="+mn-lt"/>
          <a:ea typeface="+mn-ea"/>
          <a:cs typeface="+mn-cs"/>
        </a:defRPr>
      </a:lvl1pPr>
      <a:lvl2pPr marL="457189" algn="l" defTabSz="914377" rtl="0" eaLnBrk="1" latinLnBrk="0" hangingPunct="1">
        <a:defRPr sz="1900" kern="1200">
          <a:solidFill>
            <a:schemeClr val="tx1"/>
          </a:solidFill>
          <a:latin typeface="+mn-lt"/>
          <a:ea typeface="+mn-ea"/>
          <a:cs typeface="+mn-cs"/>
        </a:defRPr>
      </a:lvl2pPr>
      <a:lvl3pPr marL="914377" algn="l" defTabSz="914377" rtl="0" eaLnBrk="1" latinLnBrk="0" hangingPunct="1">
        <a:defRPr sz="1900" kern="1200">
          <a:solidFill>
            <a:schemeClr val="tx1"/>
          </a:solidFill>
          <a:latin typeface="+mn-lt"/>
          <a:ea typeface="+mn-ea"/>
          <a:cs typeface="+mn-cs"/>
        </a:defRPr>
      </a:lvl3pPr>
      <a:lvl4pPr marL="1371566" algn="l" defTabSz="914377" rtl="0" eaLnBrk="1" latinLnBrk="0" hangingPunct="1">
        <a:defRPr sz="1900" kern="1200">
          <a:solidFill>
            <a:schemeClr val="tx1"/>
          </a:solidFill>
          <a:latin typeface="+mn-lt"/>
          <a:ea typeface="+mn-ea"/>
          <a:cs typeface="+mn-cs"/>
        </a:defRPr>
      </a:lvl4pPr>
      <a:lvl5pPr marL="1828754" algn="l" defTabSz="914377" rtl="0" eaLnBrk="1" latinLnBrk="0" hangingPunct="1">
        <a:defRPr sz="1900" kern="1200">
          <a:solidFill>
            <a:schemeClr val="tx1"/>
          </a:solidFill>
          <a:latin typeface="+mn-lt"/>
          <a:ea typeface="+mn-ea"/>
          <a:cs typeface="+mn-cs"/>
        </a:defRPr>
      </a:lvl5pPr>
      <a:lvl6pPr marL="2285943" algn="l" defTabSz="914377" rtl="0" eaLnBrk="1" latinLnBrk="0" hangingPunct="1">
        <a:defRPr sz="1900" kern="1200">
          <a:solidFill>
            <a:schemeClr val="tx1"/>
          </a:solidFill>
          <a:latin typeface="+mn-lt"/>
          <a:ea typeface="+mn-ea"/>
          <a:cs typeface="+mn-cs"/>
        </a:defRPr>
      </a:lvl6pPr>
      <a:lvl7pPr marL="2743131" algn="l" defTabSz="914377" rtl="0" eaLnBrk="1" latinLnBrk="0" hangingPunct="1">
        <a:defRPr sz="1900" kern="1200">
          <a:solidFill>
            <a:schemeClr val="tx1"/>
          </a:solidFill>
          <a:latin typeface="+mn-lt"/>
          <a:ea typeface="+mn-ea"/>
          <a:cs typeface="+mn-cs"/>
        </a:defRPr>
      </a:lvl7pPr>
      <a:lvl8pPr marL="3200320" algn="l" defTabSz="914377" rtl="0" eaLnBrk="1" latinLnBrk="0" hangingPunct="1">
        <a:defRPr sz="1900" kern="1200">
          <a:solidFill>
            <a:schemeClr val="tx1"/>
          </a:solidFill>
          <a:latin typeface="+mn-lt"/>
          <a:ea typeface="+mn-ea"/>
          <a:cs typeface="+mn-cs"/>
        </a:defRPr>
      </a:lvl8pPr>
      <a:lvl9pPr marL="3657509" algn="l" defTabSz="914377"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4.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4.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8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6.png"/><Relationship Id="rId2" Type="http://schemas.openxmlformats.org/officeDocument/2006/relationships/image" Target="../media/image13.png"/><Relationship Id="rId1" Type="http://schemas.openxmlformats.org/officeDocument/2006/relationships/slideLayout" Target="../slideLayouts/slideLayout84.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8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RailScan</a:t>
            </a:r>
          </a:p>
        </p:txBody>
      </p:sp>
      <p:sp>
        <p:nvSpPr>
          <p:cNvPr id="101"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Reads Indian railway signs and estimates train delays – a machine-learning project built on real, recorded railway data.</a:t>
            </a:r>
          </a:p>
        </p:txBody>
      </p:sp>
      <p:sp>
        <p:nvSpPr>
          <p:cNvPr id="102" name="Shape"/>
          <p:cNvSpPr/>
          <p:nvPr/>
        </p:nvSpPr>
        <p:spPr>
          <a:xfrm>
            <a:off x="762000" y="1900000"/>
            <a:ext cx="3400000" cy="2850000"/>
          </a:xfrm>
          <a:prstGeom prst="roundRect">
            <a:avLst>
              <a:gd name="adj" fmla="val 6000"/>
            </a:avLst>
          </a:prstGeom>
          <a:solidFill>
            <a:srgbClr val="DDEDF4"/>
          </a:solidFill>
          <a:ln w="19050">
            <a:solidFill>
              <a:srgbClr val="0E6489"/>
            </a:solidFill>
          </a:ln>
        </p:spPr>
        <p:txBody>
          <a:bodyPr wrap="square" lIns="228600" tIns="440000" rIns="228600" bIns="91440" anchor="t">
            <a:noAutofit/>
          </a:bodyPr>
          <a:lstStyle/>
          <a:p>
            <a:pPr marL="0" indent="0">
              <a:spcAft>
                <a:spcPts val="600"/>
              </a:spcAft>
              <a:buNone/>
            </a:pPr>
            <a:r>
              <a:rPr lang="en-US" sz="1500" b="1" dirty="0">
                <a:solidFill>
                  <a:srgbClr val="0E6489"/>
                </a:solidFill>
              </a:rPr>
              <a:t>SCAN A SIGN</a:t>
            </a:r>
          </a:p>
          <a:p>
            <a:pPr marL="0" indent="0">
              <a:spcAft>
                <a:spcPts val="600"/>
              </a:spcAft>
              <a:buNone/>
            </a:pPr>
            <a:r>
              <a:rPr lang="en-US" sz="1450" dirty="0">
                <a:solidFill>
                  <a:srgbClr val="404040"/>
                </a:solidFill>
              </a:rPr>
              <a:t>Photograph a station board. RailScan works out </a:t>
            </a:r>
            <a:r>
              <a:rPr lang="en-US" sz="1450" b="1" dirty="0">
                <a:solidFill>
                  <a:srgbClr val="0E6489"/>
                </a:solidFill>
              </a:rPr>
              <a:t>which script</a:t>
            </a:r>
            <a:r>
              <a:rPr lang="en-US" sz="1450" dirty="0">
                <a:solidFill>
                  <a:srgbClr val="404040"/>
                </a:solidFill>
              </a:rPr>
              <a:t> it is written in, </a:t>
            </a:r>
            <a:r>
              <a:rPr lang="en-US" sz="1450" b="1" dirty="0">
                <a:solidFill>
                  <a:srgbClr val="0E6489"/>
                </a:solidFill>
              </a:rPr>
              <a:t>reads the text</a:t>
            </a:r>
            <a:r>
              <a:rPr lang="en-US" sz="1450" dirty="0">
                <a:solidFill>
                  <a:srgbClr val="404040"/>
                </a:solidFill>
              </a:rPr>
              <a:t> and finds </a:t>
            </a:r>
            <a:r>
              <a:rPr lang="en-US" sz="1450" b="1" dirty="0">
                <a:solidFill>
                  <a:srgbClr val="0E6489"/>
                </a:solidFill>
              </a:rPr>
              <a:t>the station</a:t>
            </a:r>
            <a:r>
              <a:rPr lang="en-US" sz="1450" dirty="0">
                <a:solidFill>
                  <a:srgbClr val="404040"/>
                </a:solidFill>
              </a:rPr>
              <a:t>.</a:t>
            </a:r>
          </a:p>
          <a:p>
            <a:pPr marL="0" indent="0">
              <a:spcAft>
                <a:spcPts val="600"/>
              </a:spcAft>
              <a:buNone/>
            </a:pPr>
            <a:r>
              <a:rPr lang="en-US" sz="1450" dirty="0">
                <a:solidFill>
                  <a:srgbClr val="404040"/>
                </a:solidFill>
              </a:rPr>
              <a:t>Then it lists the trains that stop there, from the timetable.</a:t>
            </a:r>
          </a:p>
        </p:txBody>
      </p:sp>
      <p:sp>
        <p:nvSpPr>
          <p:cNvPr id="103" name="Circle"/>
          <p:cNvSpPr/>
          <p:nvPr/>
        </p:nvSpPr>
        <p:spPr>
          <a:xfrm>
            <a:off x="2182000" y="1620000"/>
            <a:ext cx="560000" cy="560000"/>
          </a:xfrm>
          <a:prstGeom prst="ellipse">
            <a:avLst/>
          </a:prstGeom>
          <a:solidFill>
            <a:srgbClr val="0E6489"/>
          </a:solidFill>
          <a:ln>
            <a:noFill/>
          </a:ln>
        </p:spPr>
        <p:txBody>
          <a:bodyPr wrap="square" lIns="0" tIns="0" rIns="0" bIns="0" anchor="ctr">
            <a:noAutofit/>
          </a:bodyPr>
          <a:lstStyle/>
          <a:p>
            <a:endParaRPr lang="en-US"/>
          </a:p>
        </p:txBody>
      </p:sp>
      <p:pic>
        <p:nvPicPr>
          <p:cNvPr id="104" name="Icon" descr="camera_white icon"/>
          <p:cNvPicPr>
            <a:picLocks noChangeAspect="1"/>
          </p:cNvPicPr>
          <p:nvPr/>
        </p:nvPicPr>
        <p:blipFill>
          <a:blip r:embed="rId2"/>
          <a:stretch>
            <a:fillRect/>
          </a:stretch>
        </p:blipFill>
        <p:spPr>
          <a:xfrm>
            <a:off x="2308000" y="1746000"/>
            <a:ext cx="308000" cy="308000"/>
          </a:xfrm>
          <a:prstGeom prst="rect">
            <a:avLst/>
          </a:prstGeom>
        </p:spPr>
      </p:pic>
      <p:sp>
        <p:nvSpPr>
          <p:cNvPr id="105" name="Shape"/>
          <p:cNvSpPr/>
          <p:nvPr/>
        </p:nvSpPr>
        <p:spPr>
          <a:xfrm>
            <a:off x="4396000" y="1900000"/>
            <a:ext cx="3400000" cy="2850000"/>
          </a:xfrm>
          <a:prstGeom prst="roundRect">
            <a:avLst>
              <a:gd name="adj" fmla="val 6000"/>
            </a:avLst>
          </a:prstGeom>
          <a:solidFill>
            <a:srgbClr val="ECE5F5"/>
          </a:solidFill>
          <a:ln w="19050">
            <a:solidFill>
              <a:srgbClr val="5B2E91"/>
            </a:solidFill>
          </a:ln>
        </p:spPr>
        <p:txBody>
          <a:bodyPr wrap="square" lIns="228600" tIns="440000" rIns="228600" bIns="91440" anchor="t">
            <a:noAutofit/>
          </a:bodyPr>
          <a:lstStyle/>
          <a:p>
            <a:pPr marL="0" indent="0">
              <a:spcAft>
                <a:spcPts val="600"/>
              </a:spcAft>
              <a:buNone/>
            </a:pPr>
            <a:r>
              <a:rPr lang="en-US" sz="1500" b="1" dirty="0">
                <a:solidFill>
                  <a:srgbClr val="5B2E91"/>
                </a:solidFill>
              </a:rPr>
              <a:t>PLAN A JOURNEY</a:t>
            </a:r>
          </a:p>
          <a:p>
            <a:pPr marL="0" indent="0">
              <a:spcAft>
                <a:spcPts val="600"/>
              </a:spcAft>
              <a:buNone/>
            </a:pPr>
            <a:r>
              <a:rPr lang="en-US" sz="1450" dirty="0">
                <a:solidFill>
                  <a:srgbClr val="404040"/>
                </a:solidFill>
              </a:rPr>
              <a:t>Pick any train and </a:t>
            </a:r>
            <a:r>
              <a:rPr lang="en-US" sz="1450" b="1" dirty="0">
                <a:solidFill>
                  <a:srgbClr val="5B2E91"/>
                </a:solidFill>
              </a:rPr>
              <a:t>any date</a:t>
            </a:r>
            <a:r>
              <a:rPr lang="en-US" sz="1450" dirty="0">
                <a:solidFill>
                  <a:srgbClr val="404040"/>
                </a:solidFill>
              </a:rPr>
              <a:t> – today or in the future.</a:t>
            </a:r>
          </a:p>
          <a:p>
            <a:pPr marL="0" indent="0">
              <a:spcAft>
                <a:spcPts val="600"/>
              </a:spcAft>
              <a:buNone/>
            </a:pPr>
            <a:r>
              <a:rPr lang="en-US" sz="1450" dirty="0">
                <a:solidFill>
                  <a:srgbClr val="404040"/>
                </a:solidFill>
              </a:rPr>
              <a:t>Enter how late it is now and RailScan estimates the </a:t>
            </a:r>
            <a:r>
              <a:rPr lang="en-US" sz="1450" b="1" dirty="0">
                <a:solidFill>
                  <a:srgbClr val="5B2E91"/>
                </a:solidFill>
              </a:rPr>
              <a:t>delay at every later stop</a:t>
            </a:r>
            <a:r>
              <a:rPr lang="en-US" sz="1450" dirty="0">
                <a:solidFill>
                  <a:srgbClr val="404040"/>
                </a:solidFill>
              </a:rPr>
              <a:t>, with a likely range.</a:t>
            </a:r>
          </a:p>
        </p:txBody>
      </p:sp>
      <p:sp>
        <p:nvSpPr>
          <p:cNvPr id="106" name="Circle"/>
          <p:cNvSpPr/>
          <p:nvPr/>
        </p:nvSpPr>
        <p:spPr>
          <a:xfrm>
            <a:off x="5816000" y="1620000"/>
            <a:ext cx="560000" cy="560000"/>
          </a:xfrm>
          <a:prstGeom prst="ellipse">
            <a:avLst/>
          </a:prstGeom>
          <a:solidFill>
            <a:srgbClr val="5B2E91"/>
          </a:solidFill>
          <a:ln>
            <a:noFill/>
          </a:ln>
        </p:spPr>
        <p:txBody>
          <a:bodyPr wrap="square" lIns="0" tIns="0" rIns="0" bIns="0" anchor="ctr">
            <a:noAutofit/>
          </a:bodyPr>
          <a:lstStyle/>
          <a:p>
            <a:endParaRPr lang="en-US"/>
          </a:p>
        </p:txBody>
      </p:sp>
      <p:pic>
        <p:nvPicPr>
          <p:cNvPr id="107" name="Icon" descr="clock_white icon"/>
          <p:cNvPicPr>
            <a:picLocks noChangeAspect="1"/>
          </p:cNvPicPr>
          <p:nvPr/>
        </p:nvPicPr>
        <p:blipFill>
          <a:blip r:embed="rId3"/>
          <a:stretch>
            <a:fillRect/>
          </a:stretch>
        </p:blipFill>
        <p:spPr>
          <a:xfrm>
            <a:off x="5942000" y="1746000"/>
            <a:ext cx="308000" cy="308000"/>
          </a:xfrm>
          <a:prstGeom prst="rect">
            <a:avLst/>
          </a:prstGeom>
        </p:spPr>
      </p:pic>
      <p:sp>
        <p:nvSpPr>
          <p:cNvPr id="108" name="Shape"/>
          <p:cNvSpPr/>
          <p:nvPr/>
        </p:nvSpPr>
        <p:spPr>
          <a:xfrm>
            <a:off x="8030000" y="1900000"/>
            <a:ext cx="3400000" cy="2850000"/>
          </a:xfrm>
          <a:prstGeom prst="roundRect">
            <a:avLst>
              <a:gd name="adj" fmla="val 6000"/>
            </a:avLst>
          </a:prstGeom>
          <a:solidFill>
            <a:srgbClr val="FDF3D1"/>
          </a:solidFill>
          <a:ln w="19050">
            <a:solidFill>
              <a:srgbClr val="B8860B"/>
            </a:solidFill>
          </a:ln>
        </p:spPr>
        <p:txBody>
          <a:bodyPr wrap="square" lIns="228600" tIns="440000" rIns="228600" bIns="91440" anchor="t">
            <a:noAutofit/>
          </a:bodyPr>
          <a:lstStyle/>
          <a:p>
            <a:pPr marL="0" indent="0">
              <a:spcAft>
                <a:spcPts val="600"/>
              </a:spcAft>
              <a:buNone/>
            </a:pPr>
            <a:r>
              <a:rPr lang="en-US" sz="1500" b="1" dirty="0">
                <a:solidFill>
                  <a:srgbClr val="9A6E00"/>
                </a:solidFill>
              </a:rPr>
              <a:t>WHERE IS MY TRAIN?</a:t>
            </a:r>
          </a:p>
          <a:p>
            <a:pPr marL="0" indent="0">
              <a:spcAft>
                <a:spcPts val="600"/>
              </a:spcAft>
              <a:buNone/>
            </a:pPr>
            <a:r>
              <a:rPr lang="en-US" sz="1450" dirty="0">
                <a:solidFill>
                  <a:srgbClr val="404040"/>
                </a:solidFill>
              </a:rPr>
              <a:t>Shows on a map where the train </a:t>
            </a:r>
            <a:r>
              <a:rPr lang="en-US" sz="1450" b="1" dirty="0">
                <a:solidFill>
                  <a:srgbClr val="9A6E00"/>
                </a:solidFill>
              </a:rPr>
              <a:t>should be right now</a:t>
            </a:r>
            <a:r>
              <a:rPr lang="en-US" sz="1450" dirty="0">
                <a:solidFill>
                  <a:srgbClr val="404040"/>
                </a:solidFill>
              </a:rPr>
              <a:t>.</a:t>
            </a:r>
          </a:p>
          <a:p>
            <a:pPr marL="0" indent="0">
              <a:spcAft>
                <a:spcPts val="600"/>
              </a:spcAft>
              <a:buNone/>
            </a:pPr>
            <a:r>
              <a:rPr lang="en-US" sz="1450" dirty="0">
                <a:solidFill>
                  <a:srgbClr val="404040"/>
                </a:solidFill>
              </a:rPr>
              <a:t>Worked out from the timetable and the expected delay – clearly labelled </a:t>
            </a:r>
            <a:r>
              <a:rPr lang="en-US" sz="1450" b="1" dirty="0">
                <a:solidFill>
                  <a:srgbClr val="9A6E00"/>
                </a:solidFill>
              </a:rPr>
              <a:t>an estimate, not a live feed</a:t>
            </a:r>
            <a:r>
              <a:rPr lang="en-US" sz="1450" dirty="0">
                <a:solidFill>
                  <a:srgbClr val="404040"/>
                </a:solidFill>
              </a:rPr>
              <a:t>.</a:t>
            </a:r>
          </a:p>
        </p:txBody>
      </p:sp>
      <p:sp>
        <p:nvSpPr>
          <p:cNvPr id="109" name="Circle"/>
          <p:cNvSpPr/>
          <p:nvPr/>
        </p:nvSpPr>
        <p:spPr>
          <a:xfrm>
            <a:off x="9450000" y="1620000"/>
            <a:ext cx="560000" cy="560000"/>
          </a:xfrm>
          <a:prstGeom prst="ellipse">
            <a:avLst/>
          </a:prstGeom>
          <a:solidFill>
            <a:srgbClr val="B8860B"/>
          </a:solidFill>
          <a:ln>
            <a:noFill/>
          </a:ln>
        </p:spPr>
        <p:txBody>
          <a:bodyPr wrap="square" lIns="0" tIns="0" rIns="0" bIns="0" anchor="ctr">
            <a:noAutofit/>
          </a:bodyPr>
          <a:lstStyle/>
          <a:p>
            <a:endParaRPr lang="en-US"/>
          </a:p>
        </p:txBody>
      </p:sp>
      <p:pic>
        <p:nvPicPr>
          <p:cNvPr id="110" name="Icon" descr="pin_white icon"/>
          <p:cNvPicPr>
            <a:picLocks noChangeAspect="1"/>
          </p:cNvPicPr>
          <p:nvPr/>
        </p:nvPicPr>
        <p:blipFill>
          <a:blip r:embed="rId4"/>
          <a:stretch>
            <a:fillRect/>
          </a:stretch>
        </p:blipFill>
        <p:spPr>
          <a:xfrm>
            <a:off x="9576000" y="1746000"/>
            <a:ext cx="308000" cy="308000"/>
          </a:xfrm>
          <a:prstGeom prst="rect">
            <a:avLst/>
          </a:prstGeom>
        </p:spPr>
      </p:pic>
      <p:sp>
        <p:nvSpPr>
          <p:cNvPr id="111" name="Shape"/>
          <p:cNvSpPr/>
          <p:nvPr/>
        </p:nvSpPr>
        <p:spPr>
          <a:xfrm>
            <a:off x="762000" y="5150000"/>
            <a:ext cx="10668000" cy="650000"/>
          </a:xfrm>
          <a:prstGeom prst="roundRect">
            <a:avLst>
              <a:gd name="adj" fmla="val 12000"/>
            </a:avLst>
          </a:prstGeom>
          <a:solidFill>
            <a:srgbClr val="F7F5FB"/>
          </a:solidFill>
          <a:ln w="12700">
            <a:solidFill>
              <a:srgbClr val="5B2E91"/>
            </a:solidFill>
          </a:ln>
        </p:spPr>
        <p:txBody>
          <a:bodyPr wrap="square" lIns="274320" tIns="45720" rIns="274320" bIns="45720" anchor="ctr">
            <a:noAutofit/>
          </a:bodyPr>
          <a:lstStyle/>
          <a:p>
            <a:pPr marL="0" indent="0">
              <a:buNone/>
            </a:pPr>
            <a:r>
              <a:rPr lang="en-US" sz="1400" b="1" dirty="0">
                <a:solidFill>
                  <a:srgbClr val="5B2E91"/>
                </a:solidFill>
              </a:rPr>
              <a:t>COVERAGE: </a:t>
            </a:r>
            <a:r>
              <a:rPr lang="en-US" sz="1400" dirty="0">
                <a:solidFill>
                  <a:srgbClr val="404040"/>
                </a:solidFill>
              </a:rPr>
              <a:t>5,300 trains that stop in northern India and West Bengal · signs in Hindi, Marathi, Bengali, Kannada and Telugu · every result saved to the user’s own history.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RailScan?</a:t>
            </a:r>
          </a:p>
        </p:txBody>
      </p:sp>
      <p:sp>
        <p:nvSpPr>
          <p:cNvPr id="112"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Two everyday problems for rail passengers in India, and what RailScan does about them.</a:t>
            </a:r>
          </a:p>
        </p:txBody>
      </p:sp>
      <p:sp>
        <p:nvSpPr>
          <p:cNvPr id="113" name="Shape"/>
          <p:cNvSpPr/>
          <p:nvPr/>
        </p:nvSpPr>
        <p:spPr>
          <a:xfrm>
            <a:off x="762000" y="1650000"/>
            <a:ext cx="4300000" cy="3400000"/>
          </a:xfrm>
          <a:prstGeom prst="roundRect">
            <a:avLst>
              <a:gd name="adj" fmla="val 6000"/>
            </a:avLst>
          </a:prstGeom>
          <a:solidFill>
            <a:srgbClr val="FDF3D1"/>
          </a:solidFill>
          <a:ln w="19050">
            <a:solidFill>
              <a:srgbClr val="B8860B"/>
            </a:solidFill>
          </a:ln>
        </p:spPr>
        <p:txBody>
          <a:bodyPr wrap="square" lIns="228600" tIns="182880" rIns="228600" bIns="91440" anchor="t">
            <a:noAutofit/>
          </a:bodyPr>
          <a:lstStyle/>
          <a:p>
            <a:pPr marL="0" indent="0">
              <a:spcAft>
                <a:spcPts val="600"/>
              </a:spcAft>
              <a:buNone/>
            </a:pPr>
            <a:r>
              <a:rPr lang="en-US" sz="1500" b="1" dirty="0">
                <a:solidFill>
                  <a:srgbClr val="9A6E00"/>
                </a:solidFill>
              </a:rPr>
              <a:t>THE PROBLEM</a:t>
            </a:r>
          </a:p>
          <a:p>
            <a:pPr marL="0" indent="0">
              <a:spcAft>
                <a:spcPts val="900"/>
              </a:spcAft>
              <a:buNone/>
            </a:pPr>
            <a:r>
              <a:rPr lang="en-US" sz="1450" dirty="0">
                <a:solidFill>
                  <a:srgbClr val="404040"/>
                </a:solidFill>
              </a:rPr>
              <a:t>Station boards are often in a </a:t>
            </a:r>
            <a:r>
              <a:rPr lang="en-US" sz="1450" b="1" dirty="0">
                <a:solidFill>
                  <a:srgbClr val="9A6E00"/>
                </a:solidFill>
              </a:rPr>
              <a:t>regional script</a:t>
            </a:r>
            <a:r>
              <a:rPr lang="en-US" sz="1450" dirty="0">
                <a:solidFill>
                  <a:srgbClr val="404040"/>
                </a:solidFill>
              </a:rPr>
              <a:t> a traveller cannot read.</a:t>
            </a:r>
          </a:p>
          <a:p>
            <a:pPr marL="0" indent="0">
              <a:spcAft>
                <a:spcPts val="900"/>
              </a:spcAft>
              <a:buNone/>
            </a:pPr>
            <a:r>
              <a:rPr lang="en-US" sz="1450" dirty="0">
                <a:solidFill>
                  <a:srgbClr val="404040"/>
                </a:solidFill>
              </a:rPr>
              <a:t>Delay information is </a:t>
            </a:r>
            <a:r>
              <a:rPr lang="en-US" sz="1450" b="1" dirty="0">
                <a:solidFill>
                  <a:srgbClr val="9A6E00"/>
                </a:solidFill>
              </a:rPr>
              <a:t>spread across apps</a:t>
            </a:r>
            <a:r>
              <a:rPr lang="en-US" sz="1450" dirty="0">
                <a:solidFill>
                  <a:srgbClr val="404040"/>
                </a:solidFill>
              </a:rPr>
              <a:t>, and none of them says how late the train will be </a:t>
            </a:r>
            <a:r>
              <a:rPr lang="en-US" sz="1450" b="1" dirty="0">
                <a:solidFill>
                  <a:srgbClr val="9A6E00"/>
                </a:solidFill>
              </a:rPr>
              <a:t>further down the route</a:t>
            </a:r>
            <a:r>
              <a:rPr lang="en-US" sz="1450" dirty="0">
                <a:solidFill>
                  <a:srgbClr val="404040"/>
                </a:solidFill>
              </a:rPr>
              <a:t>.</a:t>
            </a:r>
          </a:p>
          <a:p>
            <a:pPr marL="0" indent="0">
              <a:spcAft>
                <a:spcPts val="900"/>
              </a:spcAft>
              <a:buNone/>
            </a:pPr>
            <a:r>
              <a:rPr lang="en-US" sz="1450" dirty="0">
                <a:solidFill>
                  <a:srgbClr val="404040"/>
                </a:solidFill>
              </a:rPr>
              <a:t>You cannot ask about a </a:t>
            </a:r>
            <a:r>
              <a:rPr lang="en-US" sz="1450" b="1" dirty="0">
                <a:solidFill>
                  <a:srgbClr val="9A6E00"/>
                </a:solidFill>
              </a:rPr>
              <a:t>future date</a:t>
            </a:r>
            <a:r>
              <a:rPr lang="en-US" sz="1450" dirty="0">
                <a:solidFill>
                  <a:srgbClr val="404040"/>
                </a:solidFill>
              </a:rPr>
              <a:t> at all.</a:t>
            </a:r>
          </a:p>
        </p:txBody>
      </p:sp>
      <p:sp>
        <p:nvSpPr>
          <p:cNvPr id="114" name="Text"/>
          <p:cNvSpPr/>
          <p:nvPr/>
        </p:nvSpPr>
        <p:spPr>
          <a:xfrm>
            <a:off x="5150000" y="2950000"/>
            <a:ext cx="1000000" cy="300000"/>
          </a:xfrm>
          <a:prstGeom prst="rect">
            <a:avLst/>
          </a:prstGeom>
          <a:noFill/>
          <a:ln>
            <a:noFill/>
          </a:ln>
        </p:spPr>
        <p:txBody>
          <a:bodyPr wrap="square" lIns="0" tIns="0" rIns="0" bIns="0" anchor="t">
            <a:noAutofit/>
          </a:bodyPr>
          <a:lstStyle/>
          <a:p>
            <a:pPr marL="0" indent="0" algn="ctr">
              <a:buNone/>
            </a:pPr>
            <a:r>
              <a:rPr lang="en-US" sz="1100" i="1" dirty="0">
                <a:solidFill>
                  <a:srgbClr val="808080"/>
                </a:solidFill>
              </a:rPr>
              <a:t>RailScan adds</a:t>
            </a:r>
          </a:p>
        </p:txBody>
      </p:sp>
      <p:sp>
        <p:nvSpPr>
          <p:cNvPr id="115" name="Arrow"/>
          <p:cNvSpPr/>
          <p:nvPr/>
        </p:nvSpPr>
        <p:spPr>
          <a:xfrm>
            <a:off x="5200000" y="3250000"/>
            <a:ext cx="900000" cy="42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116" name="Shape"/>
          <p:cNvSpPr/>
          <p:nvPr/>
        </p:nvSpPr>
        <p:spPr>
          <a:xfrm>
            <a:off x="6300000" y="1650000"/>
            <a:ext cx="5130000" cy="1000000"/>
          </a:xfrm>
          <a:prstGeom prst="roundRect">
            <a:avLst>
              <a:gd name="adj" fmla="val 6000"/>
            </a:avLst>
          </a:prstGeom>
          <a:solidFill>
            <a:srgbClr val="FFFFFF"/>
          </a:solidFill>
          <a:ln w="15875">
            <a:solidFill>
              <a:srgbClr val="0E6489"/>
            </a:solidFill>
          </a:ln>
        </p:spPr>
        <p:txBody>
          <a:bodyPr wrap="square" lIns="820000" tIns="91440" rIns="137160" bIns="45720" anchor="ctr">
            <a:noAutofit/>
          </a:bodyPr>
          <a:lstStyle/>
          <a:p>
            <a:pPr marL="0" indent="0">
              <a:spcAft>
                <a:spcPts val="200"/>
              </a:spcAft>
              <a:buNone/>
            </a:pPr>
            <a:r>
              <a:rPr lang="en-US" sz="1500" b="1" dirty="0">
                <a:solidFill>
                  <a:srgbClr val="0E6489"/>
                </a:solidFill>
              </a:rPr>
              <a:t>Reads the sign</a:t>
            </a:r>
          </a:p>
          <a:p>
            <a:pPr marL="0" indent="0">
              <a:buNone/>
            </a:pPr>
            <a:r>
              <a:rPr lang="en-US" sz="1250" dirty="0">
                <a:solidFill>
                  <a:srgbClr val="404040"/>
                </a:solidFill>
              </a:rPr>
              <a:t>identifies the script, reads the text, finds the station</a:t>
            </a:r>
          </a:p>
        </p:txBody>
      </p:sp>
      <p:sp>
        <p:nvSpPr>
          <p:cNvPr id="117" name="Circle"/>
          <p:cNvSpPr/>
          <p:nvPr/>
        </p:nvSpPr>
        <p:spPr>
          <a:xfrm>
            <a:off x="6430000" y="1900000"/>
            <a:ext cx="500000" cy="500000"/>
          </a:xfrm>
          <a:prstGeom prst="ellipse">
            <a:avLst/>
          </a:prstGeom>
          <a:solidFill>
            <a:srgbClr val="0E6489"/>
          </a:solidFill>
          <a:ln>
            <a:noFill/>
          </a:ln>
        </p:spPr>
        <p:txBody>
          <a:bodyPr wrap="square" lIns="0" tIns="0" rIns="0" bIns="0" anchor="ctr">
            <a:noAutofit/>
          </a:bodyPr>
          <a:lstStyle/>
          <a:p>
            <a:endParaRPr lang="en-US"/>
          </a:p>
        </p:txBody>
      </p:sp>
      <p:pic>
        <p:nvPicPr>
          <p:cNvPr id="118" name="Icon" descr="lang_white icon"/>
          <p:cNvPicPr>
            <a:picLocks noChangeAspect="1"/>
          </p:cNvPicPr>
          <p:nvPr/>
        </p:nvPicPr>
        <p:blipFill>
          <a:blip r:embed="rId2"/>
          <a:stretch>
            <a:fillRect/>
          </a:stretch>
        </p:blipFill>
        <p:spPr>
          <a:xfrm>
            <a:off x="6542500" y="2012500"/>
            <a:ext cx="275000" cy="275000"/>
          </a:xfrm>
          <a:prstGeom prst="rect">
            <a:avLst/>
          </a:prstGeom>
        </p:spPr>
      </p:pic>
      <p:sp>
        <p:nvSpPr>
          <p:cNvPr id="119" name="Shape"/>
          <p:cNvSpPr/>
          <p:nvPr/>
        </p:nvSpPr>
        <p:spPr>
          <a:xfrm>
            <a:off x="6300000" y="2850000"/>
            <a:ext cx="5130000" cy="1000000"/>
          </a:xfrm>
          <a:prstGeom prst="roundRect">
            <a:avLst>
              <a:gd name="adj" fmla="val 6000"/>
            </a:avLst>
          </a:prstGeom>
          <a:solidFill>
            <a:srgbClr val="FFFFFF"/>
          </a:solidFill>
          <a:ln w="15875">
            <a:solidFill>
              <a:srgbClr val="5B2E91"/>
            </a:solidFill>
          </a:ln>
        </p:spPr>
        <p:txBody>
          <a:bodyPr wrap="square" lIns="820000" tIns="91440" rIns="137160" bIns="45720" anchor="ctr">
            <a:noAutofit/>
          </a:bodyPr>
          <a:lstStyle/>
          <a:p>
            <a:pPr marL="0" indent="0">
              <a:spcAft>
                <a:spcPts val="200"/>
              </a:spcAft>
              <a:buNone/>
            </a:pPr>
            <a:r>
              <a:rPr lang="en-US" sz="1500" b="1" dirty="0">
                <a:solidFill>
                  <a:srgbClr val="5B2E91"/>
                </a:solidFill>
              </a:rPr>
              <a:t>Estimates delays</a:t>
            </a:r>
          </a:p>
          <a:p>
            <a:pPr marL="0" indent="0">
              <a:buNone/>
            </a:pPr>
            <a:r>
              <a:rPr lang="en-US" sz="1250" dirty="0">
                <a:solidFill>
                  <a:srgbClr val="404040"/>
                </a:solidFill>
              </a:rPr>
              <a:t>next stop and every later stop, for any date, with a measured error</a:t>
            </a:r>
          </a:p>
        </p:txBody>
      </p:sp>
      <p:sp>
        <p:nvSpPr>
          <p:cNvPr id="120" name="Circle"/>
          <p:cNvSpPr/>
          <p:nvPr/>
        </p:nvSpPr>
        <p:spPr>
          <a:xfrm>
            <a:off x="6430000" y="3100000"/>
            <a:ext cx="500000" cy="500000"/>
          </a:xfrm>
          <a:prstGeom prst="ellipse">
            <a:avLst/>
          </a:prstGeom>
          <a:solidFill>
            <a:srgbClr val="5B2E91"/>
          </a:solidFill>
          <a:ln>
            <a:noFill/>
          </a:ln>
        </p:spPr>
        <p:txBody>
          <a:bodyPr wrap="square" lIns="0" tIns="0" rIns="0" bIns="0" anchor="ctr">
            <a:noAutofit/>
          </a:bodyPr>
          <a:lstStyle/>
          <a:p>
            <a:endParaRPr lang="en-US"/>
          </a:p>
        </p:txBody>
      </p:sp>
      <p:pic>
        <p:nvPicPr>
          <p:cNvPr id="121" name="Icon" descr="route_white icon"/>
          <p:cNvPicPr>
            <a:picLocks noChangeAspect="1"/>
          </p:cNvPicPr>
          <p:nvPr/>
        </p:nvPicPr>
        <p:blipFill>
          <a:blip r:embed="rId3"/>
          <a:stretch>
            <a:fillRect/>
          </a:stretch>
        </p:blipFill>
        <p:spPr>
          <a:xfrm>
            <a:off x="6542500" y="3212500"/>
            <a:ext cx="275000" cy="275000"/>
          </a:xfrm>
          <a:prstGeom prst="rect">
            <a:avLst/>
          </a:prstGeom>
        </p:spPr>
      </p:pic>
      <p:sp>
        <p:nvSpPr>
          <p:cNvPr id="122" name="Shape"/>
          <p:cNvSpPr/>
          <p:nvPr/>
        </p:nvSpPr>
        <p:spPr>
          <a:xfrm>
            <a:off x="6300000" y="4050000"/>
            <a:ext cx="5130000" cy="1000000"/>
          </a:xfrm>
          <a:prstGeom prst="roundRect">
            <a:avLst>
              <a:gd name="adj" fmla="val 6000"/>
            </a:avLst>
          </a:prstGeom>
          <a:solidFill>
            <a:srgbClr val="FFFFFF"/>
          </a:solidFill>
          <a:ln w="15875">
            <a:solidFill>
              <a:srgbClr val="5A8A0C"/>
            </a:solidFill>
          </a:ln>
        </p:spPr>
        <p:txBody>
          <a:bodyPr wrap="square" lIns="820000" tIns="91440" rIns="137160" bIns="45720" anchor="ctr">
            <a:noAutofit/>
          </a:bodyPr>
          <a:lstStyle/>
          <a:p>
            <a:pPr marL="0" indent="0">
              <a:spcAft>
                <a:spcPts val="200"/>
              </a:spcAft>
              <a:buNone/>
            </a:pPr>
            <a:r>
              <a:rPr lang="en-US" sz="1500" b="1" dirty="0">
                <a:solidFill>
                  <a:srgbClr val="5A8A0C"/>
                </a:solidFill>
              </a:rPr>
              <a:t>Says what it knows</a:t>
            </a:r>
          </a:p>
          <a:p>
            <a:pPr marL="0" indent="0">
              <a:buNone/>
            </a:pPr>
            <a:r>
              <a:rPr lang="en-US" sz="1250" dirty="0">
                <a:solidFill>
                  <a:srgbClr val="404040"/>
                </a:solidFill>
              </a:rPr>
              <a:t>every value labelled: recorded, scheduled, estimate or your input</a:t>
            </a:r>
          </a:p>
        </p:txBody>
      </p:sp>
      <p:sp>
        <p:nvSpPr>
          <p:cNvPr id="123" name="Circle"/>
          <p:cNvSpPr/>
          <p:nvPr/>
        </p:nvSpPr>
        <p:spPr>
          <a:xfrm>
            <a:off x="6430000" y="4300000"/>
            <a:ext cx="500000" cy="500000"/>
          </a:xfrm>
          <a:prstGeom prst="ellipse">
            <a:avLst/>
          </a:prstGeom>
          <a:solidFill>
            <a:srgbClr val="5A8A0C"/>
          </a:solidFill>
          <a:ln>
            <a:noFill/>
          </a:ln>
        </p:spPr>
        <p:txBody>
          <a:bodyPr wrap="square" lIns="0" tIns="0" rIns="0" bIns="0" anchor="ctr">
            <a:noAutofit/>
          </a:bodyPr>
          <a:lstStyle/>
          <a:p>
            <a:endParaRPr lang="en-US"/>
          </a:p>
        </p:txBody>
      </p:sp>
      <p:pic>
        <p:nvPicPr>
          <p:cNvPr id="124" name="Icon" descr="check_white icon"/>
          <p:cNvPicPr>
            <a:picLocks noChangeAspect="1"/>
          </p:cNvPicPr>
          <p:nvPr/>
        </p:nvPicPr>
        <p:blipFill>
          <a:blip r:embed="rId4"/>
          <a:stretch>
            <a:fillRect/>
          </a:stretch>
        </p:blipFill>
        <p:spPr>
          <a:xfrm>
            <a:off x="6542500" y="4412500"/>
            <a:ext cx="275000" cy="275000"/>
          </a:xfrm>
          <a:prstGeom prst="rect">
            <a:avLst/>
          </a:prstGeom>
        </p:spPr>
      </p:pic>
      <p:sp>
        <p:nvSpPr>
          <p:cNvPr id="125" name="Shape"/>
          <p:cNvSpPr/>
          <p:nvPr/>
        </p:nvSpPr>
        <p:spPr>
          <a:xfrm>
            <a:off x="762000" y="5450000"/>
            <a:ext cx="10668000" cy="650000"/>
          </a:xfrm>
          <a:prstGeom prst="roundRect">
            <a:avLst>
              <a:gd name="adj" fmla="val 12000"/>
            </a:avLst>
          </a:prstGeom>
          <a:solidFill>
            <a:srgbClr val="FDF3D1"/>
          </a:solidFill>
          <a:ln w="12700">
            <a:solidFill>
              <a:srgbClr val="B8860B"/>
            </a:solidFill>
          </a:ln>
        </p:spPr>
        <p:txBody>
          <a:bodyPr wrap="square" lIns="274320" tIns="45720" rIns="274320" bIns="45720" anchor="ctr">
            <a:noAutofit/>
          </a:bodyPr>
          <a:lstStyle/>
          <a:p>
            <a:pPr marL="0" indent="0">
              <a:buNone/>
            </a:pPr>
            <a:r>
              <a:rPr lang="en-US" sz="1400" b="1" dirty="0">
                <a:solidFill>
                  <a:srgbClr val="9A6E00"/>
                </a:solidFill>
              </a:rPr>
              <a:t>THE GOAL: </a:t>
            </a:r>
            <a:r>
              <a:rPr lang="en-US" sz="1400" dirty="0">
                <a:solidFill>
                  <a:srgbClr val="404040"/>
                </a:solidFill>
              </a:rPr>
              <a:t>help a passenger understand where they are and how late their train will be – honestly, without pretending to have live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Tech stack</a:t>
            </a:r>
          </a:p>
        </p:txBody>
      </p:sp>
      <p:sp>
        <p:nvSpPr>
          <p:cNvPr id="126"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Six layers, from what the user sees down to where the app runs. All open-source, all Python.</a:t>
            </a:r>
          </a:p>
        </p:txBody>
      </p:sp>
      <p:sp>
        <p:nvSpPr>
          <p:cNvPr id="127" name="Shape"/>
          <p:cNvSpPr/>
          <p:nvPr/>
        </p:nvSpPr>
        <p:spPr>
          <a:xfrm>
            <a:off x="762000" y="1580000"/>
            <a:ext cx="10668000" cy="560000"/>
          </a:xfrm>
          <a:prstGeom prst="roundRect">
            <a:avLst>
              <a:gd name="adj" fmla="val 6000"/>
            </a:avLst>
          </a:prstGeom>
          <a:solidFill>
            <a:srgbClr val="DDEDF4"/>
          </a:solidFill>
          <a:ln w="12700">
            <a:solidFill>
              <a:srgbClr val="0E6489"/>
            </a:solidFill>
          </a:ln>
        </p:spPr>
        <p:txBody>
          <a:bodyPr wrap="square" lIns="760000" tIns="45720" rIns="137160" bIns="45720" anchor="ctr">
            <a:noAutofit/>
          </a:bodyPr>
          <a:lstStyle/>
          <a:p>
            <a:pPr marL="0" indent="0">
              <a:buNone/>
            </a:pPr>
            <a:r>
              <a:rPr lang="en-US" sz="1400" b="1" dirty="0">
                <a:solidFill>
                  <a:srgbClr val="0E6489"/>
                </a:solidFill>
              </a:rPr>
              <a:t>Screen</a:t>
            </a:r>
            <a:r>
              <a:rPr lang="en-US" sz="1250" dirty="0">
                <a:solidFill>
                  <a:srgbClr val="404040"/>
                </a:solidFill>
              </a:rPr>
              <a:t>   Streamlit web app – Scan a sign, Journey planner, Data &amp; models, My history</a:t>
            </a:r>
          </a:p>
        </p:txBody>
      </p:sp>
      <p:sp>
        <p:nvSpPr>
          <p:cNvPr id="128" name="Circle"/>
          <p:cNvSpPr/>
          <p:nvPr/>
        </p:nvSpPr>
        <p:spPr>
          <a:xfrm>
            <a:off x="880000" y="1640000"/>
            <a:ext cx="440000" cy="440000"/>
          </a:xfrm>
          <a:prstGeom prst="ellipse">
            <a:avLst/>
          </a:prstGeom>
          <a:solidFill>
            <a:srgbClr val="0E6489"/>
          </a:solidFill>
          <a:ln>
            <a:noFill/>
          </a:ln>
        </p:spPr>
        <p:txBody>
          <a:bodyPr wrap="square" lIns="0" tIns="0" rIns="0" bIns="0" anchor="ctr">
            <a:noAutofit/>
          </a:bodyPr>
          <a:lstStyle/>
          <a:p>
            <a:endParaRPr lang="en-US"/>
          </a:p>
        </p:txBody>
      </p:sp>
      <p:pic>
        <p:nvPicPr>
          <p:cNvPr id="129" name="Icon" descr="layers_white icon"/>
          <p:cNvPicPr>
            <a:picLocks noChangeAspect="1"/>
          </p:cNvPicPr>
          <p:nvPr/>
        </p:nvPicPr>
        <p:blipFill>
          <a:blip r:embed="rId2"/>
          <a:stretch>
            <a:fillRect/>
          </a:stretch>
        </p:blipFill>
        <p:spPr>
          <a:xfrm>
            <a:off x="979000" y="1739000"/>
            <a:ext cx="242000" cy="242000"/>
          </a:xfrm>
          <a:prstGeom prst="rect">
            <a:avLst/>
          </a:prstGeom>
        </p:spPr>
      </p:pic>
      <p:sp>
        <p:nvSpPr>
          <p:cNvPr id="130" name="Shape"/>
          <p:cNvSpPr/>
          <p:nvPr/>
        </p:nvSpPr>
        <p:spPr>
          <a:xfrm>
            <a:off x="762000" y="2270000"/>
            <a:ext cx="10668000" cy="560000"/>
          </a:xfrm>
          <a:prstGeom prst="roundRect">
            <a:avLst>
              <a:gd name="adj" fmla="val 6000"/>
            </a:avLst>
          </a:prstGeom>
          <a:solidFill>
            <a:srgbClr val="FFFFFF"/>
          </a:solidFill>
          <a:ln w="12700">
            <a:solidFill>
              <a:srgbClr val="5B2E91"/>
            </a:solidFill>
          </a:ln>
        </p:spPr>
        <p:txBody>
          <a:bodyPr wrap="square" lIns="760000" tIns="45720" rIns="137160" bIns="45720" anchor="ctr">
            <a:noAutofit/>
          </a:bodyPr>
          <a:lstStyle/>
          <a:p>
            <a:pPr marL="0" indent="0">
              <a:buNone/>
            </a:pPr>
            <a:r>
              <a:rPr lang="en-US" sz="1400" b="1" dirty="0">
                <a:solidFill>
                  <a:srgbClr val="5B2E91"/>
                </a:solidFill>
              </a:rPr>
              <a:t>App logic</a:t>
            </a:r>
            <a:r>
              <a:rPr lang="en-US" sz="1250" dirty="0">
                <a:solidFill>
                  <a:srgbClr val="404040"/>
                </a:solidFill>
              </a:rPr>
              <a:t>   Python – journey planner, station matching, position estimate, accounts with salted password hashes</a:t>
            </a:r>
          </a:p>
        </p:txBody>
      </p:sp>
      <p:sp>
        <p:nvSpPr>
          <p:cNvPr id="131" name="Circle"/>
          <p:cNvSpPr/>
          <p:nvPr/>
        </p:nvSpPr>
        <p:spPr>
          <a:xfrm>
            <a:off x="880000" y="2330000"/>
            <a:ext cx="440000" cy="440000"/>
          </a:xfrm>
          <a:prstGeom prst="ellipse">
            <a:avLst/>
          </a:prstGeom>
          <a:solidFill>
            <a:srgbClr val="5B2E91"/>
          </a:solidFill>
          <a:ln>
            <a:noFill/>
          </a:ln>
        </p:spPr>
        <p:txBody>
          <a:bodyPr wrap="square" lIns="0" tIns="0" rIns="0" bIns="0" anchor="ctr">
            <a:noAutofit/>
          </a:bodyPr>
          <a:lstStyle/>
          <a:p>
            <a:endParaRPr lang="en-US"/>
          </a:p>
        </p:txBody>
      </p:sp>
      <p:pic>
        <p:nvPicPr>
          <p:cNvPr id="132" name="Icon" descr="route_white icon"/>
          <p:cNvPicPr>
            <a:picLocks noChangeAspect="1"/>
          </p:cNvPicPr>
          <p:nvPr/>
        </p:nvPicPr>
        <p:blipFill>
          <a:blip r:embed="rId3"/>
          <a:stretch>
            <a:fillRect/>
          </a:stretch>
        </p:blipFill>
        <p:spPr>
          <a:xfrm>
            <a:off x="979000" y="2429000"/>
            <a:ext cx="242000" cy="242000"/>
          </a:xfrm>
          <a:prstGeom prst="rect">
            <a:avLst/>
          </a:prstGeom>
        </p:spPr>
      </p:pic>
      <p:sp>
        <p:nvSpPr>
          <p:cNvPr id="133" name="Shape"/>
          <p:cNvSpPr/>
          <p:nvPr/>
        </p:nvSpPr>
        <p:spPr>
          <a:xfrm>
            <a:off x="762000" y="2960000"/>
            <a:ext cx="10668000" cy="560000"/>
          </a:xfrm>
          <a:prstGeom prst="roundRect">
            <a:avLst>
              <a:gd name="adj" fmla="val 6000"/>
            </a:avLst>
          </a:prstGeom>
          <a:solidFill>
            <a:srgbClr val="FDF3D1"/>
          </a:solidFill>
          <a:ln w="12700">
            <a:solidFill>
              <a:srgbClr val="B8860B"/>
            </a:solidFill>
          </a:ln>
        </p:spPr>
        <p:txBody>
          <a:bodyPr wrap="square" lIns="760000" tIns="45720" rIns="137160" bIns="45720" anchor="ctr">
            <a:noAutofit/>
          </a:bodyPr>
          <a:lstStyle/>
          <a:p>
            <a:pPr marL="0" indent="0">
              <a:buNone/>
            </a:pPr>
            <a:r>
              <a:rPr lang="en-US" sz="1400" b="1" dirty="0">
                <a:solidFill>
                  <a:srgbClr val="9A6E00"/>
                </a:solidFill>
              </a:rPr>
              <a:t>Reading signs</a:t>
            </a:r>
            <a:r>
              <a:rPr lang="en-US" sz="1250" dirty="0">
                <a:solidFill>
                  <a:srgbClr val="404040"/>
                </a:solidFill>
              </a:rPr>
              <a:t>   TensorFlow / Keras CNN (MobileNetV2) · EasyOCR on PyTorch · OpenCV for image clean-up</a:t>
            </a:r>
          </a:p>
        </p:txBody>
      </p:sp>
      <p:sp>
        <p:nvSpPr>
          <p:cNvPr id="134" name="Circle"/>
          <p:cNvSpPr/>
          <p:nvPr/>
        </p:nvSpPr>
        <p:spPr>
          <a:xfrm>
            <a:off x="880000" y="3020000"/>
            <a:ext cx="440000" cy="440000"/>
          </a:xfrm>
          <a:prstGeom prst="ellipse">
            <a:avLst/>
          </a:prstGeom>
          <a:solidFill>
            <a:srgbClr val="B8860B"/>
          </a:solidFill>
          <a:ln>
            <a:noFill/>
          </a:ln>
        </p:spPr>
        <p:txBody>
          <a:bodyPr wrap="square" lIns="0" tIns="0" rIns="0" bIns="0" anchor="ctr">
            <a:noAutofit/>
          </a:bodyPr>
          <a:lstStyle/>
          <a:p>
            <a:endParaRPr lang="en-US"/>
          </a:p>
        </p:txBody>
      </p:sp>
      <p:pic>
        <p:nvPicPr>
          <p:cNvPr id="135" name="Icon" descr="image_white icon"/>
          <p:cNvPicPr>
            <a:picLocks noChangeAspect="1"/>
          </p:cNvPicPr>
          <p:nvPr/>
        </p:nvPicPr>
        <p:blipFill>
          <a:blip r:embed="rId4"/>
          <a:stretch>
            <a:fillRect/>
          </a:stretch>
        </p:blipFill>
        <p:spPr>
          <a:xfrm>
            <a:off x="979000" y="3119000"/>
            <a:ext cx="242000" cy="242000"/>
          </a:xfrm>
          <a:prstGeom prst="rect">
            <a:avLst/>
          </a:prstGeom>
        </p:spPr>
      </p:pic>
      <p:sp>
        <p:nvSpPr>
          <p:cNvPr id="136" name="Shape"/>
          <p:cNvSpPr/>
          <p:nvPr/>
        </p:nvSpPr>
        <p:spPr>
          <a:xfrm>
            <a:off x="762000" y="3650000"/>
            <a:ext cx="10668000" cy="560000"/>
          </a:xfrm>
          <a:prstGeom prst="roundRect">
            <a:avLst>
              <a:gd name="adj" fmla="val 6000"/>
            </a:avLst>
          </a:prstGeom>
          <a:solidFill>
            <a:srgbClr val="FFFFFF"/>
          </a:solidFill>
          <a:ln w="12700">
            <a:solidFill>
              <a:srgbClr val="5A8A0C"/>
            </a:solidFill>
          </a:ln>
        </p:spPr>
        <p:txBody>
          <a:bodyPr wrap="square" lIns="760000" tIns="45720" rIns="137160" bIns="45720" anchor="ctr">
            <a:noAutofit/>
          </a:bodyPr>
          <a:lstStyle/>
          <a:p>
            <a:pPr marL="0" indent="0">
              <a:buNone/>
            </a:pPr>
            <a:r>
              <a:rPr lang="en-US" sz="1400" b="1" dirty="0">
                <a:solidFill>
                  <a:srgbClr val="5A8A0C"/>
                </a:solidFill>
              </a:rPr>
              <a:t>Predicting delays</a:t>
            </a:r>
            <a:r>
              <a:rPr lang="en-US" sz="1250" dirty="0">
                <a:solidFill>
                  <a:srgbClr val="404040"/>
                </a:solidFill>
              </a:rPr>
              <a:t>   scikit-learn Random Forest · XGBoost · pandas – chosen on validation data</a:t>
            </a:r>
          </a:p>
        </p:txBody>
      </p:sp>
      <p:sp>
        <p:nvSpPr>
          <p:cNvPr id="137" name="Circle"/>
          <p:cNvSpPr/>
          <p:nvPr/>
        </p:nvSpPr>
        <p:spPr>
          <a:xfrm>
            <a:off x="880000" y="3710000"/>
            <a:ext cx="440000" cy="440000"/>
          </a:xfrm>
          <a:prstGeom prst="ellipse">
            <a:avLst/>
          </a:prstGeom>
          <a:solidFill>
            <a:srgbClr val="5A8A0C"/>
          </a:solidFill>
          <a:ln>
            <a:noFill/>
          </a:ln>
        </p:spPr>
        <p:txBody>
          <a:bodyPr wrap="square" lIns="0" tIns="0" rIns="0" bIns="0" anchor="ctr">
            <a:noAutofit/>
          </a:bodyPr>
          <a:lstStyle/>
          <a:p>
            <a:endParaRPr lang="en-US"/>
          </a:p>
        </p:txBody>
      </p:sp>
      <p:pic>
        <p:nvPicPr>
          <p:cNvPr id="138" name="Icon" descr="brain_white icon"/>
          <p:cNvPicPr>
            <a:picLocks noChangeAspect="1"/>
          </p:cNvPicPr>
          <p:nvPr/>
        </p:nvPicPr>
        <p:blipFill>
          <a:blip r:embed="rId5"/>
          <a:stretch>
            <a:fillRect/>
          </a:stretch>
        </p:blipFill>
        <p:spPr>
          <a:xfrm>
            <a:off x="979000" y="3809000"/>
            <a:ext cx="242000" cy="242000"/>
          </a:xfrm>
          <a:prstGeom prst="rect">
            <a:avLst/>
          </a:prstGeom>
        </p:spPr>
      </p:pic>
      <p:sp>
        <p:nvSpPr>
          <p:cNvPr id="139" name="Shape"/>
          <p:cNvSpPr/>
          <p:nvPr/>
        </p:nvSpPr>
        <p:spPr>
          <a:xfrm>
            <a:off x="762000" y="4340000"/>
            <a:ext cx="10668000" cy="560000"/>
          </a:xfrm>
          <a:prstGeom prst="roundRect">
            <a:avLst>
              <a:gd name="adj" fmla="val 6000"/>
            </a:avLst>
          </a:prstGeom>
          <a:solidFill>
            <a:srgbClr val="DDEDF4"/>
          </a:solidFill>
          <a:ln w="12700">
            <a:solidFill>
              <a:srgbClr val="0E6489"/>
            </a:solidFill>
          </a:ln>
        </p:spPr>
        <p:txBody>
          <a:bodyPr wrap="square" lIns="760000" tIns="45720" rIns="137160" bIns="45720" anchor="ctr">
            <a:noAutofit/>
          </a:bodyPr>
          <a:lstStyle/>
          <a:p>
            <a:pPr marL="0" indent="0">
              <a:buNone/>
            </a:pPr>
            <a:r>
              <a:rPr lang="en-US" sz="1400" b="1" dirty="0">
                <a:solidFill>
                  <a:srgbClr val="0E6489"/>
                </a:solidFill>
              </a:rPr>
              <a:t>Data</a:t>
            </a:r>
            <a:r>
              <a:rPr lang="en-US" sz="1250" dirty="0">
                <a:solidFill>
                  <a:srgbClr val="404040"/>
                </a:solidFill>
              </a:rPr>
              <a:t>   SQLite (0.92 million rows of railway data) · PostgreSQL / Supabase for accounts · Parquet for shipping</a:t>
            </a:r>
          </a:p>
        </p:txBody>
      </p:sp>
      <p:sp>
        <p:nvSpPr>
          <p:cNvPr id="140" name="Circle"/>
          <p:cNvSpPr/>
          <p:nvPr/>
        </p:nvSpPr>
        <p:spPr>
          <a:xfrm>
            <a:off x="880000" y="4400000"/>
            <a:ext cx="440000" cy="440000"/>
          </a:xfrm>
          <a:prstGeom prst="ellipse">
            <a:avLst/>
          </a:prstGeom>
          <a:solidFill>
            <a:srgbClr val="0E6489"/>
          </a:solidFill>
          <a:ln>
            <a:noFill/>
          </a:ln>
        </p:spPr>
        <p:txBody>
          <a:bodyPr wrap="square" lIns="0" tIns="0" rIns="0" bIns="0" anchor="ctr">
            <a:noAutofit/>
          </a:bodyPr>
          <a:lstStyle/>
          <a:p>
            <a:endParaRPr lang="en-US"/>
          </a:p>
        </p:txBody>
      </p:sp>
      <p:pic>
        <p:nvPicPr>
          <p:cNvPr id="141" name="Icon" descr="db_white icon"/>
          <p:cNvPicPr>
            <a:picLocks noChangeAspect="1"/>
          </p:cNvPicPr>
          <p:nvPr/>
        </p:nvPicPr>
        <p:blipFill>
          <a:blip r:embed="rId6"/>
          <a:stretch>
            <a:fillRect/>
          </a:stretch>
        </p:blipFill>
        <p:spPr>
          <a:xfrm>
            <a:off x="979000" y="4499000"/>
            <a:ext cx="242000" cy="242000"/>
          </a:xfrm>
          <a:prstGeom prst="rect">
            <a:avLst/>
          </a:prstGeom>
        </p:spPr>
      </p:pic>
      <p:sp>
        <p:nvSpPr>
          <p:cNvPr id="142" name="Shape"/>
          <p:cNvSpPr/>
          <p:nvPr/>
        </p:nvSpPr>
        <p:spPr>
          <a:xfrm>
            <a:off x="762000" y="5030000"/>
            <a:ext cx="10668000" cy="560000"/>
          </a:xfrm>
          <a:prstGeom prst="roundRect">
            <a:avLst>
              <a:gd name="adj" fmla="val 6000"/>
            </a:avLst>
          </a:prstGeom>
          <a:solidFill>
            <a:srgbClr val="FFFFFF"/>
          </a:solidFill>
          <a:ln w="12700">
            <a:solidFill>
              <a:srgbClr val="5B2E91"/>
            </a:solidFill>
          </a:ln>
        </p:spPr>
        <p:txBody>
          <a:bodyPr wrap="square" lIns="760000" tIns="45720" rIns="137160" bIns="45720" anchor="ctr">
            <a:noAutofit/>
          </a:bodyPr>
          <a:lstStyle/>
          <a:p>
            <a:pPr marL="0" indent="0">
              <a:buNone/>
            </a:pPr>
            <a:r>
              <a:rPr lang="en-US" sz="1400" b="1" dirty="0">
                <a:solidFill>
                  <a:srgbClr val="5B2E91"/>
                </a:solidFill>
              </a:rPr>
              <a:t>Hosting</a:t>
            </a:r>
            <a:r>
              <a:rPr lang="en-US" sz="1250" dirty="0">
                <a:solidFill>
                  <a:srgbClr val="404040"/>
                </a:solidFill>
              </a:rPr>
              <a:t>   GitHub + Streamlit Community Cloud · secrets kept out of the code</a:t>
            </a:r>
          </a:p>
        </p:txBody>
      </p:sp>
      <p:sp>
        <p:nvSpPr>
          <p:cNvPr id="143" name="Circle"/>
          <p:cNvSpPr/>
          <p:nvPr/>
        </p:nvSpPr>
        <p:spPr>
          <a:xfrm>
            <a:off x="880000" y="5090000"/>
            <a:ext cx="440000" cy="440000"/>
          </a:xfrm>
          <a:prstGeom prst="ellipse">
            <a:avLst/>
          </a:prstGeom>
          <a:solidFill>
            <a:srgbClr val="5B2E91"/>
          </a:solidFill>
          <a:ln>
            <a:noFill/>
          </a:ln>
        </p:spPr>
        <p:txBody>
          <a:bodyPr wrap="square" lIns="0" tIns="0" rIns="0" bIns="0" anchor="ctr">
            <a:noAutofit/>
          </a:bodyPr>
          <a:lstStyle/>
          <a:p>
            <a:endParaRPr lang="en-US"/>
          </a:p>
        </p:txBody>
      </p:sp>
      <p:pic>
        <p:nvPicPr>
          <p:cNvPr id="144" name="Icon" descr="globe_white icon"/>
          <p:cNvPicPr>
            <a:picLocks noChangeAspect="1"/>
          </p:cNvPicPr>
          <p:nvPr/>
        </p:nvPicPr>
        <p:blipFill>
          <a:blip r:embed="rId7"/>
          <a:stretch>
            <a:fillRect/>
          </a:stretch>
        </p:blipFill>
        <p:spPr>
          <a:xfrm>
            <a:off x="979000" y="5189000"/>
            <a:ext cx="242000" cy="242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the app works</a:t>
            </a:r>
          </a:p>
        </p:txBody>
      </p:sp>
      <p:sp>
        <p:nvSpPr>
          <p:cNvPr id="145"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Two journeys through the app. Every result is saved to the signed-in user’s history.</a:t>
            </a:r>
          </a:p>
        </p:txBody>
      </p:sp>
      <p:sp>
        <p:nvSpPr>
          <p:cNvPr id="146" name="Text"/>
          <p:cNvSpPr/>
          <p:nvPr/>
        </p:nvSpPr>
        <p:spPr>
          <a:xfrm>
            <a:off x="762000" y="1570000"/>
            <a:ext cx="6000000" cy="300000"/>
          </a:xfrm>
          <a:prstGeom prst="rect">
            <a:avLst/>
          </a:prstGeom>
          <a:noFill/>
          <a:ln>
            <a:noFill/>
          </a:ln>
        </p:spPr>
        <p:txBody>
          <a:bodyPr wrap="square" lIns="0" tIns="0" rIns="0" bIns="0" anchor="t">
            <a:noAutofit/>
          </a:bodyPr>
          <a:lstStyle/>
          <a:p>
            <a:pPr marL="0" indent="0">
              <a:buNone/>
            </a:pPr>
            <a:r>
              <a:rPr lang="en-US" sz="1500" b="1" dirty="0">
                <a:solidFill>
                  <a:srgbClr val="0E6489"/>
                </a:solidFill>
              </a:rPr>
              <a:t>SCAN A SIGN</a:t>
            </a:r>
          </a:p>
        </p:txBody>
      </p:sp>
      <p:sp>
        <p:nvSpPr>
          <p:cNvPr id="147" name="Shape"/>
          <p:cNvSpPr/>
          <p:nvPr/>
        </p:nvSpPr>
        <p:spPr>
          <a:xfrm>
            <a:off x="762000" y="1900000"/>
            <a:ext cx="1925600" cy="1300000"/>
          </a:xfrm>
          <a:prstGeom prst="roundRect">
            <a:avLst>
              <a:gd name="adj" fmla="val 6000"/>
            </a:avLst>
          </a:prstGeom>
          <a:solidFill>
            <a:srgbClr val="DDEDF4"/>
          </a:solidFill>
          <a:ln w="19050">
            <a:solidFill>
              <a:srgbClr val="0E6489"/>
            </a:solidFill>
          </a:ln>
        </p:spPr>
        <p:txBody>
          <a:bodyPr wrap="square" lIns="91440" tIns="560000" rIns="91440" bIns="45720" anchor="t">
            <a:noAutofit/>
          </a:bodyPr>
          <a:lstStyle/>
          <a:p>
            <a:pPr marL="0" indent="0" algn="ctr">
              <a:spcAft>
                <a:spcPts val="300"/>
              </a:spcAft>
              <a:buNone/>
            </a:pPr>
            <a:r>
              <a:rPr lang="en-US" sz="1300" b="1" dirty="0">
                <a:solidFill>
                  <a:srgbClr val="0E6489"/>
                </a:solidFill>
              </a:rPr>
              <a:t>Upload photo</a:t>
            </a:r>
          </a:p>
          <a:p>
            <a:pPr marL="0" indent="0" algn="ctr">
              <a:buNone/>
            </a:pPr>
            <a:r>
              <a:rPr lang="en-US" sz="1100" dirty="0">
                <a:solidFill>
                  <a:srgbClr val="404040"/>
                </a:solidFill>
              </a:rPr>
              <a:t>of a station board or sign</a:t>
            </a:r>
          </a:p>
        </p:txBody>
      </p:sp>
      <p:sp>
        <p:nvSpPr>
          <p:cNvPr id="148" name="Circle"/>
          <p:cNvSpPr/>
          <p:nvPr/>
        </p:nvSpPr>
        <p:spPr>
          <a:xfrm>
            <a:off x="1514800" y="1990000"/>
            <a:ext cx="420000" cy="420000"/>
          </a:xfrm>
          <a:prstGeom prst="ellipse">
            <a:avLst/>
          </a:prstGeom>
          <a:solidFill>
            <a:srgbClr val="0E6489"/>
          </a:solidFill>
          <a:ln>
            <a:noFill/>
          </a:ln>
        </p:spPr>
        <p:txBody>
          <a:bodyPr wrap="square" lIns="0" tIns="0" rIns="0" bIns="0" anchor="ctr">
            <a:noAutofit/>
          </a:bodyPr>
          <a:lstStyle/>
          <a:p>
            <a:endParaRPr lang="en-US"/>
          </a:p>
        </p:txBody>
      </p:sp>
      <p:pic>
        <p:nvPicPr>
          <p:cNvPr id="149" name="Icon" descr="camera_white icon"/>
          <p:cNvPicPr>
            <a:picLocks noChangeAspect="1"/>
          </p:cNvPicPr>
          <p:nvPr/>
        </p:nvPicPr>
        <p:blipFill>
          <a:blip r:embed="rId2"/>
          <a:stretch>
            <a:fillRect/>
          </a:stretch>
        </p:blipFill>
        <p:spPr>
          <a:xfrm>
            <a:off x="1609300" y="2084500"/>
            <a:ext cx="231000" cy="231000"/>
          </a:xfrm>
          <a:prstGeom prst="rect">
            <a:avLst/>
          </a:prstGeom>
        </p:spPr>
      </p:pic>
      <p:sp>
        <p:nvSpPr>
          <p:cNvPr id="150" name="Arrow"/>
          <p:cNvSpPr/>
          <p:nvPr/>
        </p:nvSpPr>
        <p:spPr>
          <a:xfrm>
            <a:off x="2727600" y="2400000"/>
            <a:ext cx="180000" cy="300000"/>
          </a:xfrm>
          <a:prstGeom prst="rightArrow">
            <a:avLst>
              <a:gd name="adj1" fmla="val 45000"/>
              <a:gd name="adj2" fmla="val 45000"/>
            </a:avLst>
          </a:prstGeom>
          <a:solidFill>
            <a:srgbClr val="0E6489"/>
          </a:solidFill>
          <a:ln>
            <a:noFill/>
          </a:ln>
        </p:spPr>
        <p:txBody>
          <a:bodyPr wrap="square" lIns="228600" tIns="182880" rIns="228600" bIns="91440" anchor="t">
            <a:noAutofit/>
          </a:bodyPr>
          <a:lstStyle/>
          <a:p>
            <a:endParaRPr lang="en-US"/>
          </a:p>
        </p:txBody>
      </p:sp>
      <p:sp>
        <p:nvSpPr>
          <p:cNvPr id="151" name="Shape"/>
          <p:cNvSpPr/>
          <p:nvPr/>
        </p:nvSpPr>
        <p:spPr>
          <a:xfrm>
            <a:off x="2947600" y="1900000"/>
            <a:ext cx="1925600" cy="1300000"/>
          </a:xfrm>
          <a:prstGeom prst="roundRect">
            <a:avLst>
              <a:gd name="adj" fmla="val 6000"/>
            </a:avLst>
          </a:prstGeom>
          <a:solidFill>
            <a:srgbClr val="DDEDF4"/>
          </a:solidFill>
          <a:ln w="19050">
            <a:solidFill>
              <a:srgbClr val="0E6489"/>
            </a:solidFill>
          </a:ln>
        </p:spPr>
        <p:txBody>
          <a:bodyPr wrap="square" lIns="91440" tIns="560000" rIns="91440" bIns="45720" anchor="t">
            <a:noAutofit/>
          </a:bodyPr>
          <a:lstStyle/>
          <a:p>
            <a:pPr marL="0" indent="0" algn="ctr">
              <a:spcAft>
                <a:spcPts val="300"/>
              </a:spcAft>
              <a:buNone/>
            </a:pPr>
            <a:r>
              <a:rPr lang="en-US" sz="1300" b="1" dirty="0">
                <a:solidFill>
                  <a:srgbClr val="0E6489"/>
                </a:solidFill>
              </a:rPr>
              <a:t>Photo check</a:t>
            </a:r>
          </a:p>
          <a:p>
            <a:pPr marL="0" indent="0" algn="ctr">
              <a:buNone/>
            </a:pPr>
            <a:r>
              <a:rPr lang="en-US" sz="1100" dirty="0">
                <a:solidFill>
                  <a:srgbClr val="404040"/>
                </a:solidFill>
              </a:rPr>
              <a:t>advises a retake if it is too small or unreadable</a:t>
            </a:r>
          </a:p>
        </p:txBody>
      </p:sp>
      <p:sp>
        <p:nvSpPr>
          <p:cNvPr id="152" name="Circle"/>
          <p:cNvSpPr/>
          <p:nvPr/>
        </p:nvSpPr>
        <p:spPr>
          <a:xfrm>
            <a:off x="3700400" y="1990000"/>
            <a:ext cx="420000" cy="420000"/>
          </a:xfrm>
          <a:prstGeom prst="ellipse">
            <a:avLst/>
          </a:prstGeom>
          <a:solidFill>
            <a:srgbClr val="0E6489"/>
          </a:solidFill>
          <a:ln>
            <a:noFill/>
          </a:ln>
        </p:spPr>
        <p:txBody>
          <a:bodyPr wrap="square" lIns="0" tIns="0" rIns="0" bIns="0" anchor="ctr">
            <a:noAutofit/>
          </a:bodyPr>
          <a:lstStyle/>
          <a:p>
            <a:endParaRPr lang="en-US"/>
          </a:p>
        </p:txBody>
      </p:sp>
      <p:pic>
        <p:nvPicPr>
          <p:cNvPr id="153" name="Icon" descr="check_white icon"/>
          <p:cNvPicPr>
            <a:picLocks noChangeAspect="1"/>
          </p:cNvPicPr>
          <p:nvPr/>
        </p:nvPicPr>
        <p:blipFill>
          <a:blip r:embed="rId3"/>
          <a:stretch>
            <a:fillRect/>
          </a:stretch>
        </p:blipFill>
        <p:spPr>
          <a:xfrm>
            <a:off x="3794900" y="2084500"/>
            <a:ext cx="231000" cy="231000"/>
          </a:xfrm>
          <a:prstGeom prst="rect">
            <a:avLst/>
          </a:prstGeom>
        </p:spPr>
      </p:pic>
      <p:sp>
        <p:nvSpPr>
          <p:cNvPr id="154" name="Arrow"/>
          <p:cNvSpPr/>
          <p:nvPr/>
        </p:nvSpPr>
        <p:spPr>
          <a:xfrm>
            <a:off x="4913200" y="2400000"/>
            <a:ext cx="180000" cy="300000"/>
          </a:xfrm>
          <a:prstGeom prst="rightArrow">
            <a:avLst>
              <a:gd name="adj1" fmla="val 45000"/>
              <a:gd name="adj2" fmla="val 45000"/>
            </a:avLst>
          </a:prstGeom>
          <a:solidFill>
            <a:srgbClr val="0E6489"/>
          </a:solidFill>
          <a:ln>
            <a:noFill/>
          </a:ln>
        </p:spPr>
        <p:txBody>
          <a:bodyPr wrap="square" lIns="228600" tIns="182880" rIns="228600" bIns="91440" anchor="t">
            <a:noAutofit/>
          </a:bodyPr>
          <a:lstStyle/>
          <a:p>
            <a:endParaRPr lang="en-US"/>
          </a:p>
        </p:txBody>
      </p:sp>
      <p:sp>
        <p:nvSpPr>
          <p:cNvPr id="155" name="Shape"/>
          <p:cNvSpPr/>
          <p:nvPr/>
        </p:nvSpPr>
        <p:spPr>
          <a:xfrm>
            <a:off x="5133200" y="1900000"/>
            <a:ext cx="1925600" cy="1300000"/>
          </a:xfrm>
          <a:prstGeom prst="roundRect">
            <a:avLst>
              <a:gd name="adj" fmla="val 6000"/>
            </a:avLst>
          </a:prstGeom>
          <a:solidFill>
            <a:srgbClr val="DDEDF4"/>
          </a:solidFill>
          <a:ln w="19050">
            <a:solidFill>
              <a:srgbClr val="0E6489"/>
            </a:solidFill>
          </a:ln>
        </p:spPr>
        <p:txBody>
          <a:bodyPr wrap="square" lIns="91440" tIns="560000" rIns="91440" bIns="45720" anchor="t">
            <a:noAutofit/>
          </a:bodyPr>
          <a:lstStyle/>
          <a:p>
            <a:pPr marL="0" indent="0" algn="ctr">
              <a:spcAft>
                <a:spcPts val="300"/>
              </a:spcAft>
              <a:buNone/>
            </a:pPr>
            <a:r>
              <a:rPr lang="en-US" sz="1300" b="1" dirty="0">
                <a:solidFill>
                  <a:srgbClr val="0E6489"/>
                </a:solidFill>
              </a:rPr>
              <a:t>Find the script</a:t>
            </a:r>
          </a:p>
          <a:p>
            <a:pPr marL="0" indent="0" algn="ctr">
              <a:buNone/>
            </a:pPr>
            <a:r>
              <a:rPr lang="en-US" sz="1100" dirty="0">
                <a:solidFill>
                  <a:srgbClr val="404040"/>
                </a:solidFill>
              </a:rPr>
              <a:t>image model + OCR evidence, combined</a:t>
            </a:r>
          </a:p>
        </p:txBody>
      </p:sp>
      <p:sp>
        <p:nvSpPr>
          <p:cNvPr id="156" name="Circle"/>
          <p:cNvSpPr/>
          <p:nvPr/>
        </p:nvSpPr>
        <p:spPr>
          <a:xfrm>
            <a:off x="5886000" y="1990000"/>
            <a:ext cx="420000" cy="420000"/>
          </a:xfrm>
          <a:prstGeom prst="ellipse">
            <a:avLst/>
          </a:prstGeom>
          <a:solidFill>
            <a:srgbClr val="0E6489"/>
          </a:solidFill>
          <a:ln>
            <a:noFill/>
          </a:ln>
        </p:spPr>
        <p:txBody>
          <a:bodyPr wrap="square" lIns="0" tIns="0" rIns="0" bIns="0" anchor="ctr">
            <a:noAutofit/>
          </a:bodyPr>
          <a:lstStyle/>
          <a:p>
            <a:endParaRPr lang="en-US"/>
          </a:p>
        </p:txBody>
      </p:sp>
      <p:pic>
        <p:nvPicPr>
          <p:cNvPr id="157" name="Icon" descr="lang_white icon"/>
          <p:cNvPicPr>
            <a:picLocks noChangeAspect="1"/>
          </p:cNvPicPr>
          <p:nvPr/>
        </p:nvPicPr>
        <p:blipFill>
          <a:blip r:embed="rId4"/>
          <a:stretch>
            <a:fillRect/>
          </a:stretch>
        </p:blipFill>
        <p:spPr>
          <a:xfrm>
            <a:off x="5980500" y="2084500"/>
            <a:ext cx="231000" cy="231000"/>
          </a:xfrm>
          <a:prstGeom prst="rect">
            <a:avLst/>
          </a:prstGeom>
        </p:spPr>
      </p:pic>
      <p:sp>
        <p:nvSpPr>
          <p:cNvPr id="158" name="Arrow"/>
          <p:cNvSpPr/>
          <p:nvPr/>
        </p:nvSpPr>
        <p:spPr>
          <a:xfrm>
            <a:off x="7098800" y="2400000"/>
            <a:ext cx="180000" cy="300000"/>
          </a:xfrm>
          <a:prstGeom prst="rightArrow">
            <a:avLst>
              <a:gd name="adj1" fmla="val 45000"/>
              <a:gd name="adj2" fmla="val 45000"/>
            </a:avLst>
          </a:prstGeom>
          <a:solidFill>
            <a:srgbClr val="0E6489"/>
          </a:solidFill>
          <a:ln>
            <a:noFill/>
          </a:ln>
        </p:spPr>
        <p:txBody>
          <a:bodyPr wrap="square" lIns="228600" tIns="182880" rIns="228600" bIns="91440" anchor="t">
            <a:noAutofit/>
          </a:bodyPr>
          <a:lstStyle/>
          <a:p>
            <a:endParaRPr lang="en-US"/>
          </a:p>
        </p:txBody>
      </p:sp>
      <p:sp>
        <p:nvSpPr>
          <p:cNvPr id="159" name="Shape"/>
          <p:cNvSpPr/>
          <p:nvPr/>
        </p:nvSpPr>
        <p:spPr>
          <a:xfrm>
            <a:off x="7318800" y="1900000"/>
            <a:ext cx="1925600" cy="1300000"/>
          </a:xfrm>
          <a:prstGeom prst="roundRect">
            <a:avLst>
              <a:gd name="adj" fmla="val 6000"/>
            </a:avLst>
          </a:prstGeom>
          <a:solidFill>
            <a:srgbClr val="DDEDF4"/>
          </a:solidFill>
          <a:ln w="19050">
            <a:solidFill>
              <a:srgbClr val="0E6489"/>
            </a:solidFill>
          </a:ln>
        </p:spPr>
        <p:txBody>
          <a:bodyPr wrap="square" lIns="91440" tIns="560000" rIns="91440" bIns="45720" anchor="t">
            <a:noAutofit/>
          </a:bodyPr>
          <a:lstStyle/>
          <a:p>
            <a:pPr marL="0" indent="0" algn="ctr">
              <a:spcAft>
                <a:spcPts val="300"/>
              </a:spcAft>
              <a:buNone/>
            </a:pPr>
            <a:r>
              <a:rPr lang="en-US" sz="1300" b="1" dirty="0">
                <a:solidFill>
                  <a:srgbClr val="0E6489"/>
                </a:solidFill>
              </a:rPr>
              <a:t>Read &amp; match</a:t>
            </a:r>
          </a:p>
          <a:p>
            <a:pPr marL="0" indent="0" algn="ctr">
              <a:buNone/>
            </a:pPr>
            <a:r>
              <a:rPr lang="en-US" sz="1100" dirty="0">
                <a:solidFill>
                  <a:srgbClr val="404040"/>
                </a:solidFill>
              </a:rPr>
              <a:t>OCR text matched to the station list</a:t>
            </a:r>
          </a:p>
        </p:txBody>
      </p:sp>
      <p:sp>
        <p:nvSpPr>
          <p:cNvPr id="160" name="Circle"/>
          <p:cNvSpPr/>
          <p:nvPr/>
        </p:nvSpPr>
        <p:spPr>
          <a:xfrm>
            <a:off x="8071600" y="1990000"/>
            <a:ext cx="420000" cy="420000"/>
          </a:xfrm>
          <a:prstGeom prst="ellipse">
            <a:avLst/>
          </a:prstGeom>
          <a:solidFill>
            <a:srgbClr val="0E6489"/>
          </a:solidFill>
          <a:ln>
            <a:noFill/>
          </a:ln>
        </p:spPr>
        <p:txBody>
          <a:bodyPr wrap="square" lIns="0" tIns="0" rIns="0" bIns="0" anchor="ctr">
            <a:noAutofit/>
          </a:bodyPr>
          <a:lstStyle/>
          <a:p>
            <a:endParaRPr lang="en-US"/>
          </a:p>
        </p:txBody>
      </p:sp>
      <p:pic>
        <p:nvPicPr>
          <p:cNvPr id="161" name="Icon" descr="search_white icon"/>
          <p:cNvPicPr>
            <a:picLocks noChangeAspect="1"/>
          </p:cNvPicPr>
          <p:nvPr/>
        </p:nvPicPr>
        <p:blipFill>
          <a:blip r:embed="rId5"/>
          <a:stretch>
            <a:fillRect/>
          </a:stretch>
        </p:blipFill>
        <p:spPr>
          <a:xfrm>
            <a:off x="8166100" y="2084500"/>
            <a:ext cx="231000" cy="231000"/>
          </a:xfrm>
          <a:prstGeom prst="rect">
            <a:avLst/>
          </a:prstGeom>
        </p:spPr>
      </p:pic>
      <p:sp>
        <p:nvSpPr>
          <p:cNvPr id="162" name="Arrow"/>
          <p:cNvSpPr/>
          <p:nvPr/>
        </p:nvSpPr>
        <p:spPr>
          <a:xfrm>
            <a:off x="9284400" y="2400000"/>
            <a:ext cx="180000" cy="300000"/>
          </a:xfrm>
          <a:prstGeom prst="rightArrow">
            <a:avLst>
              <a:gd name="adj1" fmla="val 45000"/>
              <a:gd name="adj2" fmla="val 45000"/>
            </a:avLst>
          </a:prstGeom>
          <a:solidFill>
            <a:srgbClr val="0E6489"/>
          </a:solidFill>
          <a:ln>
            <a:noFill/>
          </a:ln>
        </p:spPr>
        <p:txBody>
          <a:bodyPr wrap="square" lIns="228600" tIns="182880" rIns="228600" bIns="91440" anchor="t">
            <a:noAutofit/>
          </a:bodyPr>
          <a:lstStyle/>
          <a:p>
            <a:endParaRPr lang="en-US"/>
          </a:p>
        </p:txBody>
      </p:sp>
      <p:sp>
        <p:nvSpPr>
          <p:cNvPr id="163" name="Shape"/>
          <p:cNvSpPr/>
          <p:nvPr/>
        </p:nvSpPr>
        <p:spPr>
          <a:xfrm>
            <a:off x="9504400" y="1900000"/>
            <a:ext cx="1925600" cy="1300000"/>
          </a:xfrm>
          <a:prstGeom prst="roundRect">
            <a:avLst>
              <a:gd name="adj" fmla="val 6000"/>
            </a:avLst>
          </a:prstGeom>
          <a:solidFill>
            <a:srgbClr val="DDEDF4"/>
          </a:solidFill>
          <a:ln w="19050">
            <a:solidFill>
              <a:srgbClr val="0E6489"/>
            </a:solidFill>
          </a:ln>
        </p:spPr>
        <p:txBody>
          <a:bodyPr wrap="square" lIns="91440" tIns="560000" rIns="91440" bIns="45720" anchor="t">
            <a:noAutofit/>
          </a:bodyPr>
          <a:lstStyle/>
          <a:p>
            <a:pPr marL="0" indent="0" algn="ctr">
              <a:spcAft>
                <a:spcPts val="300"/>
              </a:spcAft>
              <a:buNone/>
            </a:pPr>
            <a:r>
              <a:rPr lang="en-US" sz="1300" b="1" dirty="0">
                <a:solidFill>
                  <a:srgbClr val="0E6489"/>
                </a:solidFill>
              </a:rPr>
              <a:t>Station info</a:t>
            </a:r>
          </a:p>
          <a:p>
            <a:pPr marL="0" indent="0" algn="ctr">
              <a:buNone/>
            </a:pPr>
            <a:r>
              <a:rPr lang="en-US" sz="1100" dirty="0">
                <a:solidFill>
                  <a:srgbClr val="404040"/>
                </a:solidFill>
              </a:rPr>
              <a:t>code, map position, trains that stop there</a:t>
            </a:r>
          </a:p>
        </p:txBody>
      </p:sp>
      <p:sp>
        <p:nvSpPr>
          <p:cNvPr id="164" name="Circle"/>
          <p:cNvSpPr/>
          <p:nvPr/>
        </p:nvSpPr>
        <p:spPr>
          <a:xfrm>
            <a:off x="10257200" y="1990000"/>
            <a:ext cx="420000" cy="420000"/>
          </a:xfrm>
          <a:prstGeom prst="ellipse">
            <a:avLst/>
          </a:prstGeom>
          <a:solidFill>
            <a:srgbClr val="0E6489"/>
          </a:solidFill>
          <a:ln>
            <a:noFill/>
          </a:ln>
        </p:spPr>
        <p:txBody>
          <a:bodyPr wrap="square" lIns="0" tIns="0" rIns="0" bIns="0" anchor="ctr">
            <a:noAutofit/>
          </a:bodyPr>
          <a:lstStyle/>
          <a:p>
            <a:endParaRPr lang="en-US"/>
          </a:p>
        </p:txBody>
      </p:sp>
      <p:pic>
        <p:nvPicPr>
          <p:cNvPr id="165" name="Icon" descr="train_white icon"/>
          <p:cNvPicPr>
            <a:picLocks noChangeAspect="1"/>
          </p:cNvPicPr>
          <p:nvPr/>
        </p:nvPicPr>
        <p:blipFill>
          <a:blip r:embed="rId6"/>
          <a:stretch>
            <a:fillRect/>
          </a:stretch>
        </p:blipFill>
        <p:spPr>
          <a:xfrm>
            <a:off x="10351700" y="2084500"/>
            <a:ext cx="231000" cy="231000"/>
          </a:xfrm>
          <a:prstGeom prst="rect">
            <a:avLst/>
          </a:prstGeom>
        </p:spPr>
      </p:pic>
      <p:sp>
        <p:nvSpPr>
          <p:cNvPr id="166" name="Text"/>
          <p:cNvSpPr/>
          <p:nvPr/>
        </p:nvSpPr>
        <p:spPr>
          <a:xfrm>
            <a:off x="762000" y="3570000"/>
            <a:ext cx="6000000" cy="300000"/>
          </a:xfrm>
          <a:prstGeom prst="rect">
            <a:avLst/>
          </a:prstGeom>
          <a:noFill/>
          <a:ln>
            <a:noFill/>
          </a:ln>
        </p:spPr>
        <p:txBody>
          <a:bodyPr wrap="square" lIns="0" tIns="0" rIns="0" bIns="0" anchor="t">
            <a:noAutofit/>
          </a:bodyPr>
          <a:lstStyle/>
          <a:p>
            <a:pPr marL="0" indent="0">
              <a:buNone/>
            </a:pPr>
            <a:r>
              <a:rPr lang="en-US" sz="1500" b="1" dirty="0">
                <a:solidFill>
                  <a:srgbClr val="5B2E91"/>
                </a:solidFill>
              </a:rPr>
              <a:t>PLAN A JOURNEY</a:t>
            </a:r>
          </a:p>
        </p:txBody>
      </p:sp>
      <p:sp>
        <p:nvSpPr>
          <p:cNvPr id="167" name="Shape"/>
          <p:cNvSpPr/>
          <p:nvPr/>
        </p:nvSpPr>
        <p:spPr>
          <a:xfrm>
            <a:off x="762000" y="3900000"/>
            <a:ext cx="1925600" cy="1300000"/>
          </a:xfrm>
          <a:prstGeom prst="roundRect">
            <a:avLst>
              <a:gd name="adj" fmla="val 6000"/>
            </a:avLst>
          </a:prstGeom>
          <a:solidFill>
            <a:srgbClr val="ECE5F5"/>
          </a:solidFill>
          <a:ln w="19050">
            <a:solidFill>
              <a:srgbClr val="5B2E91"/>
            </a:solidFill>
          </a:ln>
        </p:spPr>
        <p:txBody>
          <a:bodyPr wrap="square" lIns="91440" tIns="560000" rIns="91440" bIns="45720" anchor="t">
            <a:noAutofit/>
          </a:bodyPr>
          <a:lstStyle/>
          <a:p>
            <a:pPr marL="0" indent="0" algn="ctr">
              <a:spcAft>
                <a:spcPts val="300"/>
              </a:spcAft>
              <a:buNone/>
            </a:pPr>
            <a:r>
              <a:rPr lang="en-US" sz="1300" b="1" dirty="0">
                <a:solidFill>
                  <a:srgbClr val="5B2E91"/>
                </a:solidFill>
              </a:rPr>
              <a:t>Choose</a:t>
            </a:r>
          </a:p>
          <a:p>
            <a:pPr marL="0" indent="0" algn="ctr">
              <a:buNone/>
            </a:pPr>
            <a:r>
              <a:rPr lang="en-US" sz="1100" dirty="0">
                <a:solidFill>
                  <a:srgbClr val="404040"/>
                </a:solidFill>
              </a:rPr>
              <a:t>train, any date, current station, current delay</a:t>
            </a:r>
          </a:p>
        </p:txBody>
      </p:sp>
      <p:sp>
        <p:nvSpPr>
          <p:cNvPr id="168" name="Circle"/>
          <p:cNvSpPr/>
          <p:nvPr/>
        </p:nvSpPr>
        <p:spPr>
          <a:xfrm>
            <a:off x="1514800" y="3990000"/>
            <a:ext cx="420000" cy="420000"/>
          </a:xfrm>
          <a:prstGeom prst="ellipse">
            <a:avLst/>
          </a:prstGeom>
          <a:solidFill>
            <a:srgbClr val="5B2E91"/>
          </a:solidFill>
          <a:ln>
            <a:noFill/>
          </a:ln>
        </p:spPr>
        <p:txBody>
          <a:bodyPr wrap="square" lIns="0" tIns="0" rIns="0" bIns="0" anchor="ctr">
            <a:noAutofit/>
          </a:bodyPr>
          <a:lstStyle/>
          <a:p>
            <a:endParaRPr lang="en-US"/>
          </a:p>
        </p:txBody>
      </p:sp>
      <p:pic>
        <p:nvPicPr>
          <p:cNvPr id="169" name="Icon" descr="train_white icon"/>
          <p:cNvPicPr>
            <a:picLocks noChangeAspect="1"/>
          </p:cNvPicPr>
          <p:nvPr/>
        </p:nvPicPr>
        <p:blipFill>
          <a:blip r:embed="rId6"/>
          <a:stretch>
            <a:fillRect/>
          </a:stretch>
        </p:blipFill>
        <p:spPr>
          <a:xfrm>
            <a:off x="1609300" y="4084500"/>
            <a:ext cx="231000" cy="231000"/>
          </a:xfrm>
          <a:prstGeom prst="rect">
            <a:avLst/>
          </a:prstGeom>
        </p:spPr>
      </p:pic>
      <p:sp>
        <p:nvSpPr>
          <p:cNvPr id="170" name="Arrow"/>
          <p:cNvSpPr/>
          <p:nvPr/>
        </p:nvSpPr>
        <p:spPr>
          <a:xfrm>
            <a:off x="2727600" y="4400000"/>
            <a:ext cx="180000" cy="300000"/>
          </a:xfrm>
          <a:prstGeom prst="rightArrow">
            <a:avLst>
              <a:gd name="adj1" fmla="val 45000"/>
              <a:gd name="adj2" fmla="val 45000"/>
            </a:avLst>
          </a:prstGeom>
          <a:solidFill>
            <a:srgbClr val="5B2E91"/>
          </a:solidFill>
          <a:ln>
            <a:noFill/>
          </a:ln>
        </p:spPr>
        <p:txBody>
          <a:bodyPr wrap="square" lIns="228600" tIns="182880" rIns="228600" bIns="91440" anchor="t">
            <a:noAutofit/>
          </a:bodyPr>
          <a:lstStyle/>
          <a:p>
            <a:endParaRPr lang="en-US"/>
          </a:p>
        </p:txBody>
      </p:sp>
      <p:sp>
        <p:nvSpPr>
          <p:cNvPr id="171" name="Shape"/>
          <p:cNvSpPr/>
          <p:nvPr/>
        </p:nvSpPr>
        <p:spPr>
          <a:xfrm>
            <a:off x="2947600" y="3900000"/>
            <a:ext cx="1925600" cy="1300000"/>
          </a:xfrm>
          <a:prstGeom prst="roundRect">
            <a:avLst>
              <a:gd name="adj" fmla="val 6000"/>
            </a:avLst>
          </a:prstGeom>
          <a:solidFill>
            <a:srgbClr val="ECE5F5"/>
          </a:solidFill>
          <a:ln w="19050">
            <a:solidFill>
              <a:srgbClr val="5B2E91"/>
            </a:solidFill>
          </a:ln>
        </p:spPr>
        <p:txBody>
          <a:bodyPr wrap="square" lIns="91440" tIns="560000" rIns="91440" bIns="45720" anchor="t">
            <a:noAutofit/>
          </a:bodyPr>
          <a:lstStyle/>
          <a:p>
            <a:pPr marL="0" indent="0" algn="ctr">
              <a:spcAft>
                <a:spcPts val="300"/>
              </a:spcAft>
              <a:buNone/>
            </a:pPr>
            <a:r>
              <a:rPr lang="en-US" sz="1300" b="1" dirty="0">
                <a:solidFill>
                  <a:srgbClr val="5B2E91"/>
                </a:solidFill>
              </a:rPr>
              <a:t>Timetable</a:t>
            </a:r>
          </a:p>
          <a:p>
            <a:pPr marL="0" indent="0" algn="ctr">
              <a:buNone/>
            </a:pPr>
            <a:r>
              <a:rPr lang="en-US" sz="1100" dirty="0">
                <a:solidFill>
                  <a:srgbClr val="404040"/>
                </a:solidFill>
              </a:rPr>
              <a:t>current timetable placed on that date</a:t>
            </a:r>
          </a:p>
        </p:txBody>
      </p:sp>
      <p:sp>
        <p:nvSpPr>
          <p:cNvPr id="172" name="Circle"/>
          <p:cNvSpPr/>
          <p:nvPr/>
        </p:nvSpPr>
        <p:spPr>
          <a:xfrm>
            <a:off x="3700400" y="3990000"/>
            <a:ext cx="420000" cy="420000"/>
          </a:xfrm>
          <a:prstGeom prst="ellipse">
            <a:avLst/>
          </a:prstGeom>
          <a:solidFill>
            <a:srgbClr val="5B2E91"/>
          </a:solidFill>
          <a:ln>
            <a:noFill/>
          </a:ln>
        </p:spPr>
        <p:txBody>
          <a:bodyPr wrap="square" lIns="0" tIns="0" rIns="0" bIns="0" anchor="ctr">
            <a:noAutofit/>
          </a:bodyPr>
          <a:lstStyle/>
          <a:p>
            <a:endParaRPr lang="en-US"/>
          </a:p>
        </p:txBody>
      </p:sp>
      <p:pic>
        <p:nvPicPr>
          <p:cNvPr id="173" name="Icon" descr="table_white icon"/>
          <p:cNvPicPr>
            <a:picLocks noChangeAspect="1"/>
          </p:cNvPicPr>
          <p:nvPr/>
        </p:nvPicPr>
        <p:blipFill>
          <a:blip r:embed="rId7"/>
          <a:stretch>
            <a:fillRect/>
          </a:stretch>
        </p:blipFill>
        <p:spPr>
          <a:xfrm>
            <a:off x="3794900" y="4084500"/>
            <a:ext cx="231000" cy="231000"/>
          </a:xfrm>
          <a:prstGeom prst="rect">
            <a:avLst/>
          </a:prstGeom>
        </p:spPr>
      </p:pic>
      <p:sp>
        <p:nvSpPr>
          <p:cNvPr id="174" name="Arrow"/>
          <p:cNvSpPr/>
          <p:nvPr/>
        </p:nvSpPr>
        <p:spPr>
          <a:xfrm>
            <a:off x="4913200" y="4400000"/>
            <a:ext cx="180000" cy="300000"/>
          </a:xfrm>
          <a:prstGeom prst="rightArrow">
            <a:avLst>
              <a:gd name="adj1" fmla="val 45000"/>
              <a:gd name="adj2" fmla="val 45000"/>
            </a:avLst>
          </a:prstGeom>
          <a:solidFill>
            <a:srgbClr val="5B2E91"/>
          </a:solidFill>
          <a:ln>
            <a:noFill/>
          </a:ln>
        </p:spPr>
        <p:txBody>
          <a:bodyPr wrap="square" lIns="228600" tIns="182880" rIns="228600" bIns="91440" anchor="t">
            <a:noAutofit/>
          </a:bodyPr>
          <a:lstStyle/>
          <a:p>
            <a:endParaRPr lang="en-US"/>
          </a:p>
        </p:txBody>
      </p:sp>
      <p:sp>
        <p:nvSpPr>
          <p:cNvPr id="175" name="Shape"/>
          <p:cNvSpPr/>
          <p:nvPr/>
        </p:nvSpPr>
        <p:spPr>
          <a:xfrm>
            <a:off x="5133200" y="3900000"/>
            <a:ext cx="1925600" cy="1300000"/>
          </a:xfrm>
          <a:prstGeom prst="roundRect">
            <a:avLst>
              <a:gd name="adj" fmla="val 6000"/>
            </a:avLst>
          </a:prstGeom>
          <a:solidFill>
            <a:srgbClr val="ECE5F5"/>
          </a:solidFill>
          <a:ln w="19050">
            <a:solidFill>
              <a:srgbClr val="5B2E91"/>
            </a:solidFill>
          </a:ln>
        </p:spPr>
        <p:txBody>
          <a:bodyPr wrap="square" lIns="91440" tIns="560000" rIns="91440" bIns="45720" anchor="t">
            <a:noAutofit/>
          </a:bodyPr>
          <a:lstStyle/>
          <a:p>
            <a:pPr marL="0" indent="0" algn="ctr">
              <a:spcAft>
                <a:spcPts val="300"/>
              </a:spcAft>
              <a:buNone/>
            </a:pPr>
            <a:r>
              <a:rPr lang="en-US" sz="1300" b="1" dirty="0">
                <a:solidFill>
                  <a:srgbClr val="5B2E91"/>
                </a:solidFill>
              </a:rPr>
              <a:t>Next stop</a:t>
            </a:r>
          </a:p>
          <a:p>
            <a:pPr marL="0" indent="0" algn="ctr">
              <a:buNone/>
            </a:pPr>
            <a:r>
              <a:rPr lang="en-US" sz="1100" dirty="0">
                <a:solidFill>
                  <a:srgbClr val="404040"/>
                </a:solidFill>
              </a:rPr>
              <a:t>delay model estimates the next stop</a:t>
            </a:r>
          </a:p>
        </p:txBody>
      </p:sp>
      <p:sp>
        <p:nvSpPr>
          <p:cNvPr id="176" name="Circle"/>
          <p:cNvSpPr/>
          <p:nvPr/>
        </p:nvSpPr>
        <p:spPr>
          <a:xfrm>
            <a:off x="5886000" y="3990000"/>
            <a:ext cx="420000" cy="420000"/>
          </a:xfrm>
          <a:prstGeom prst="ellipse">
            <a:avLst/>
          </a:prstGeom>
          <a:solidFill>
            <a:srgbClr val="5B2E91"/>
          </a:solidFill>
          <a:ln>
            <a:noFill/>
          </a:ln>
        </p:spPr>
        <p:txBody>
          <a:bodyPr wrap="square" lIns="0" tIns="0" rIns="0" bIns="0" anchor="ctr">
            <a:noAutofit/>
          </a:bodyPr>
          <a:lstStyle/>
          <a:p>
            <a:endParaRPr lang="en-US"/>
          </a:p>
        </p:txBody>
      </p:sp>
      <p:pic>
        <p:nvPicPr>
          <p:cNvPr id="177" name="Icon" descr="brain_white icon"/>
          <p:cNvPicPr>
            <a:picLocks noChangeAspect="1"/>
          </p:cNvPicPr>
          <p:nvPr/>
        </p:nvPicPr>
        <p:blipFill>
          <a:blip r:embed="rId8"/>
          <a:stretch>
            <a:fillRect/>
          </a:stretch>
        </p:blipFill>
        <p:spPr>
          <a:xfrm>
            <a:off x="5980500" y="4084500"/>
            <a:ext cx="231000" cy="231000"/>
          </a:xfrm>
          <a:prstGeom prst="rect">
            <a:avLst/>
          </a:prstGeom>
        </p:spPr>
      </p:pic>
      <p:sp>
        <p:nvSpPr>
          <p:cNvPr id="178" name="Arrow"/>
          <p:cNvSpPr/>
          <p:nvPr/>
        </p:nvSpPr>
        <p:spPr>
          <a:xfrm>
            <a:off x="7098800" y="4400000"/>
            <a:ext cx="180000" cy="300000"/>
          </a:xfrm>
          <a:prstGeom prst="rightArrow">
            <a:avLst>
              <a:gd name="adj1" fmla="val 45000"/>
              <a:gd name="adj2" fmla="val 45000"/>
            </a:avLst>
          </a:prstGeom>
          <a:solidFill>
            <a:srgbClr val="5B2E91"/>
          </a:solidFill>
          <a:ln>
            <a:noFill/>
          </a:ln>
        </p:spPr>
        <p:txBody>
          <a:bodyPr wrap="square" lIns="228600" tIns="182880" rIns="228600" bIns="91440" anchor="t">
            <a:noAutofit/>
          </a:bodyPr>
          <a:lstStyle/>
          <a:p>
            <a:endParaRPr lang="en-US"/>
          </a:p>
        </p:txBody>
      </p:sp>
      <p:sp>
        <p:nvSpPr>
          <p:cNvPr id="179" name="Shape"/>
          <p:cNvSpPr/>
          <p:nvPr/>
        </p:nvSpPr>
        <p:spPr>
          <a:xfrm>
            <a:off x="7318800" y="3900000"/>
            <a:ext cx="1925600" cy="1300000"/>
          </a:xfrm>
          <a:prstGeom prst="roundRect">
            <a:avLst>
              <a:gd name="adj" fmla="val 6000"/>
            </a:avLst>
          </a:prstGeom>
          <a:solidFill>
            <a:srgbClr val="ECE5F5"/>
          </a:solidFill>
          <a:ln w="19050">
            <a:solidFill>
              <a:srgbClr val="5B2E91"/>
            </a:solidFill>
          </a:ln>
        </p:spPr>
        <p:txBody>
          <a:bodyPr wrap="square" lIns="91440" tIns="560000" rIns="91440" bIns="45720" anchor="t">
            <a:noAutofit/>
          </a:bodyPr>
          <a:lstStyle/>
          <a:p>
            <a:pPr marL="0" indent="0" algn="ctr">
              <a:spcAft>
                <a:spcPts val="300"/>
              </a:spcAft>
              <a:buNone/>
            </a:pPr>
            <a:r>
              <a:rPr lang="en-US" sz="1300" b="1" dirty="0">
                <a:solidFill>
                  <a:srgbClr val="5B2E91"/>
                </a:solidFill>
              </a:rPr>
              <a:t>Later stops</a:t>
            </a:r>
          </a:p>
          <a:p>
            <a:pPr marL="0" indent="0" algn="ctr">
              <a:buNone/>
            </a:pPr>
            <a:r>
              <a:rPr lang="en-US" sz="1100" dirty="0">
                <a:solidFill>
                  <a:srgbClr val="404040"/>
                </a:solidFill>
              </a:rPr>
              <a:t>delay + this train’s typical change, with a likely range</a:t>
            </a:r>
          </a:p>
        </p:txBody>
      </p:sp>
      <p:sp>
        <p:nvSpPr>
          <p:cNvPr id="180" name="Circle"/>
          <p:cNvSpPr/>
          <p:nvPr/>
        </p:nvSpPr>
        <p:spPr>
          <a:xfrm>
            <a:off x="8071600" y="3990000"/>
            <a:ext cx="420000" cy="420000"/>
          </a:xfrm>
          <a:prstGeom prst="ellipse">
            <a:avLst/>
          </a:prstGeom>
          <a:solidFill>
            <a:srgbClr val="5B2E91"/>
          </a:solidFill>
          <a:ln>
            <a:noFill/>
          </a:ln>
        </p:spPr>
        <p:txBody>
          <a:bodyPr wrap="square" lIns="0" tIns="0" rIns="0" bIns="0" anchor="ctr">
            <a:noAutofit/>
          </a:bodyPr>
          <a:lstStyle/>
          <a:p>
            <a:endParaRPr lang="en-US"/>
          </a:p>
        </p:txBody>
      </p:sp>
      <p:pic>
        <p:nvPicPr>
          <p:cNvPr id="181" name="Icon" descr="route_white icon"/>
          <p:cNvPicPr>
            <a:picLocks noChangeAspect="1"/>
          </p:cNvPicPr>
          <p:nvPr/>
        </p:nvPicPr>
        <p:blipFill>
          <a:blip r:embed="rId9"/>
          <a:stretch>
            <a:fillRect/>
          </a:stretch>
        </p:blipFill>
        <p:spPr>
          <a:xfrm>
            <a:off x="8166100" y="4084500"/>
            <a:ext cx="231000" cy="231000"/>
          </a:xfrm>
          <a:prstGeom prst="rect">
            <a:avLst/>
          </a:prstGeom>
        </p:spPr>
      </p:pic>
      <p:sp>
        <p:nvSpPr>
          <p:cNvPr id="182" name="Arrow"/>
          <p:cNvSpPr/>
          <p:nvPr/>
        </p:nvSpPr>
        <p:spPr>
          <a:xfrm>
            <a:off x="9284400" y="4400000"/>
            <a:ext cx="180000" cy="300000"/>
          </a:xfrm>
          <a:prstGeom prst="rightArrow">
            <a:avLst>
              <a:gd name="adj1" fmla="val 45000"/>
              <a:gd name="adj2" fmla="val 45000"/>
            </a:avLst>
          </a:prstGeom>
          <a:solidFill>
            <a:srgbClr val="5B2E91"/>
          </a:solidFill>
          <a:ln>
            <a:noFill/>
          </a:ln>
        </p:spPr>
        <p:txBody>
          <a:bodyPr wrap="square" lIns="228600" tIns="182880" rIns="228600" bIns="91440" anchor="t">
            <a:noAutofit/>
          </a:bodyPr>
          <a:lstStyle/>
          <a:p>
            <a:endParaRPr lang="en-US"/>
          </a:p>
        </p:txBody>
      </p:sp>
      <p:sp>
        <p:nvSpPr>
          <p:cNvPr id="183" name="Shape"/>
          <p:cNvSpPr/>
          <p:nvPr/>
        </p:nvSpPr>
        <p:spPr>
          <a:xfrm>
            <a:off x="9504400" y="3900000"/>
            <a:ext cx="1925600" cy="1300000"/>
          </a:xfrm>
          <a:prstGeom prst="roundRect">
            <a:avLst>
              <a:gd name="adj" fmla="val 6000"/>
            </a:avLst>
          </a:prstGeom>
          <a:solidFill>
            <a:srgbClr val="ECE5F5"/>
          </a:solidFill>
          <a:ln w="19050">
            <a:solidFill>
              <a:srgbClr val="5B2E91"/>
            </a:solidFill>
          </a:ln>
        </p:spPr>
        <p:txBody>
          <a:bodyPr wrap="square" lIns="91440" tIns="560000" rIns="91440" bIns="45720" anchor="t">
            <a:noAutofit/>
          </a:bodyPr>
          <a:lstStyle/>
          <a:p>
            <a:pPr marL="0" indent="0" algn="ctr">
              <a:spcAft>
                <a:spcPts val="300"/>
              </a:spcAft>
              <a:buNone/>
            </a:pPr>
            <a:r>
              <a:rPr lang="en-US" sz="1300" b="1" dirty="0">
                <a:solidFill>
                  <a:srgbClr val="5B2E91"/>
                </a:solidFill>
              </a:rPr>
              <a:t>Map &amp; history</a:t>
            </a:r>
          </a:p>
          <a:p>
            <a:pPr marL="0" indent="0" algn="ctr">
              <a:buNone/>
            </a:pPr>
            <a:r>
              <a:rPr lang="en-US" sz="1100" dirty="0">
                <a:solidFill>
                  <a:srgbClr val="404040"/>
                </a:solidFill>
              </a:rPr>
              <a:t>estimated position now; result saved</a:t>
            </a:r>
          </a:p>
        </p:txBody>
      </p:sp>
      <p:sp>
        <p:nvSpPr>
          <p:cNvPr id="184" name="Circle"/>
          <p:cNvSpPr/>
          <p:nvPr/>
        </p:nvSpPr>
        <p:spPr>
          <a:xfrm>
            <a:off x="10257200" y="3990000"/>
            <a:ext cx="420000" cy="420000"/>
          </a:xfrm>
          <a:prstGeom prst="ellipse">
            <a:avLst/>
          </a:prstGeom>
          <a:solidFill>
            <a:srgbClr val="5B2E91"/>
          </a:solidFill>
          <a:ln>
            <a:noFill/>
          </a:ln>
        </p:spPr>
        <p:txBody>
          <a:bodyPr wrap="square" lIns="0" tIns="0" rIns="0" bIns="0" anchor="ctr">
            <a:noAutofit/>
          </a:bodyPr>
          <a:lstStyle/>
          <a:p>
            <a:endParaRPr lang="en-US"/>
          </a:p>
        </p:txBody>
      </p:sp>
      <p:pic>
        <p:nvPicPr>
          <p:cNvPr id="185" name="Icon" descr="pin_white icon"/>
          <p:cNvPicPr>
            <a:picLocks noChangeAspect="1"/>
          </p:cNvPicPr>
          <p:nvPr/>
        </p:nvPicPr>
        <p:blipFill>
          <a:blip r:embed="rId10"/>
          <a:stretch>
            <a:fillRect/>
          </a:stretch>
        </p:blipFill>
        <p:spPr>
          <a:xfrm>
            <a:off x="10351700" y="4084500"/>
            <a:ext cx="231000" cy="231000"/>
          </a:xfrm>
          <a:prstGeom prst="rect">
            <a:avLst/>
          </a:prstGeom>
        </p:spPr>
      </p:pic>
      <p:sp>
        <p:nvSpPr>
          <p:cNvPr id="186" name="Shape"/>
          <p:cNvSpPr/>
          <p:nvPr/>
        </p:nvSpPr>
        <p:spPr>
          <a:xfrm>
            <a:off x="762000" y="5500000"/>
            <a:ext cx="10668000" cy="560000"/>
          </a:xfrm>
          <a:prstGeom prst="roundRect">
            <a:avLst>
              <a:gd name="adj" fmla="val 12000"/>
            </a:avLst>
          </a:prstGeom>
          <a:solidFill>
            <a:srgbClr val="FDF3D1"/>
          </a:solidFill>
          <a:ln w="12700">
            <a:solidFill>
              <a:srgbClr val="B8860B"/>
            </a:solidFill>
          </a:ln>
        </p:spPr>
        <p:txBody>
          <a:bodyPr wrap="square" lIns="274320" tIns="45720" rIns="274320" bIns="45720" anchor="ctr">
            <a:noAutofit/>
          </a:bodyPr>
          <a:lstStyle/>
          <a:p>
            <a:pPr marL="0" indent="0">
              <a:buNone/>
            </a:pPr>
            <a:r>
              <a:rPr lang="en-US" sz="1400" b="1" dirty="0">
                <a:solidFill>
                  <a:srgbClr val="9A6E00"/>
                </a:solidFill>
              </a:rPr>
              <a:t>NO LIVE FEED: </a:t>
            </a:r>
            <a:r>
              <a:rPr lang="en-US" sz="1400" dirty="0">
                <a:solidFill>
                  <a:srgbClr val="404040"/>
                </a:solidFill>
              </a:rPr>
              <a:t>Indian Railways offers no public live API, so positions and delays are estimates from recorded journeys and what the user enters.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Where the data comes from</a:t>
            </a:r>
          </a:p>
        </p:txBody>
      </p:sp>
      <p:sp>
        <p:nvSpPr>
          <p:cNvPr id="187"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Only real, published data – nothing invented. Every dropped row is counted with its reason.</a:t>
            </a:r>
          </a:p>
        </p:txBody>
      </p:sp>
      <p:sp>
        <p:nvSpPr>
          <p:cNvPr id="188" name="Shape"/>
          <p:cNvSpPr/>
          <p:nvPr/>
        </p:nvSpPr>
        <p:spPr>
          <a:xfrm>
            <a:off x="762000" y="1900000"/>
            <a:ext cx="3400000" cy="2950000"/>
          </a:xfrm>
          <a:prstGeom prst="roundRect">
            <a:avLst>
              <a:gd name="adj" fmla="val 6000"/>
            </a:avLst>
          </a:prstGeom>
          <a:solidFill>
            <a:srgbClr val="DDEDF4"/>
          </a:solidFill>
          <a:ln w="19050">
            <a:solidFill>
              <a:srgbClr val="0E6489"/>
            </a:solidFill>
          </a:ln>
        </p:spPr>
        <p:txBody>
          <a:bodyPr wrap="square" lIns="228600" tIns="440000" rIns="228600" bIns="91440" anchor="t">
            <a:noAutofit/>
          </a:bodyPr>
          <a:lstStyle/>
          <a:p>
            <a:pPr marL="0" indent="0">
              <a:spcAft>
                <a:spcPts val="600"/>
              </a:spcAft>
              <a:buNone/>
            </a:pPr>
            <a:r>
              <a:rPr lang="en-US" sz="1500" b="1" dirty="0">
                <a:solidFill>
                  <a:srgbClr val="0E6489"/>
                </a:solidFill>
              </a:rPr>
              <a:t>TRAIN RUNNING RECORDS</a:t>
            </a:r>
          </a:p>
          <a:p>
            <a:pPr marL="0" indent="0">
              <a:spcAft>
                <a:spcPts val="700"/>
              </a:spcAft>
              <a:buNone/>
            </a:pPr>
            <a:r>
              <a:rPr lang="en-US" sz="1400" dirty="0">
                <a:solidFill>
                  <a:srgbClr val="404040"/>
                </a:solidFill>
              </a:rPr>
              <a:t>Hugging Face: </a:t>
            </a:r>
            <a:r>
              <a:rPr lang="en-US" sz="1400" b="1" dirty="0">
                <a:solidFill>
                  <a:srgbClr val="0E6489"/>
                </a:solidFill>
              </a:rPr>
              <a:t>indian-railways-runs</a:t>
            </a:r>
            <a:r>
              <a:rPr lang="en-US" sz="1400" dirty="0">
                <a:solidFill>
                  <a:srgbClr val="404040"/>
                </a:solidFill>
              </a:rPr>
              <a:t> (GPL-3.0) – recorded arrivals, departures and delays per stop.</a:t>
            </a:r>
          </a:p>
          <a:p>
            <a:pPr marL="0" indent="0">
              <a:spcAft>
                <a:spcPts val="700"/>
              </a:spcAft>
              <a:buNone/>
            </a:pPr>
            <a:r>
              <a:rPr lang="en-US" sz="1400" b="1" dirty="0">
                <a:solidFill>
                  <a:srgbClr val="0E6489"/>
                </a:solidFill>
              </a:rPr>
              <a:t>924,706 observations</a:t>
            </a:r>
            <a:r>
              <a:rPr lang="en-US" sz="1400" dirty="0">
                <a:solidFill>
                  <a:srgbClr val="404040"/>
                </a:solidFill>
              </a:rPr>
              <a:t> from 5,068 trains, 11 Aug – 01 Sep 2026; timetables for 5,300 trains.</a:t>
            </a:r>
          </a:p>
        </p:txBody>
      </p:sp>
      <p:sp>
        <p:nvSpPr>
          <p:cNvPr id="189" name="Circle"/>
          <p:cNvSpPr/>
          <p:nvPr/>
        </p:nvSpPr>
        <p:spPr>
          <a:xfrm>
            <a:off x="2182000" y="1620000"/>
            <a:ext cx="560000" cy="560000"/>
          </a:xfrm>
          <a:prstGeom prst="ellipse">
            <a:avLst/>
          </a:prstGeom>
          <a:solidFill>
            <a:srgbClr val="0E6489"/>
          </a:solidFill>
          <a:ln>
            <a:noFill/>
          </a:ln>
        </p:spPr>
        <p:txBody>
          <a:bodyPr wrap="square" lIns="0" tIns="0" rIns="0" bIns="0" anchor="ctr">
            <a:noAutofit/>
          </a:bodyPr>
          <a:lstStyle/>
          <a:p>
            <a:endParaRPr lang="en-US"/>
          </a:p>
        </p:txBody>
      </p:sp>
      <p:pic>
        <p:nvPicPr>
          <p:cNvPr id="190" name="Icon" descr="train_white icon"/>
          <p:cNvPicPr>
            <a:picLocks noChangeAspect="1"/>
          </p:cNvPicPr>
          <p:nvPr/>
        </p:nvPicPr>
        <p:blipFill>
          <a:blip r:embed="rId2"/>
          <a:stretch>
            <a:fillRect/>
          </a:stretch>
        </p:blipFill>
        <p:spPr>
          <a:xfrm>
            <a:off x="2308000" y="1746000"/>
            <a:ext cx="308000" cy="308000"/>
          </a:xfrm>
          <a:prstGeom prst="rect">
            <a:avLst/>
          </a:prstGeom>
        </p:spPr>
      </p:pic>
      <p:sp>
        <p:nvSpPr>
          <p:cNvPr id="191" name="Shape"/>
          <p:cNvSpPr/>
          <p:nvPr/>
        </p:nvSpPr>
        <p:spPr>
          <a:xfrm>
            <a:off x="4396000" y="1900000"/>
            <a:ext cx="3400000" cy="2950000"/>
          </a:xfrm>
          <a:prstGeom prst="roundRect">
            <a:avLst>
              <a:gd name="adj" fmla="val 6000"/>
            </a:avLst>
          </a:prstGeom>
          <a:solidFill>
            <a:srgbClr val="ECE5F5"/>
          </a:solidFill>
          <a:ln w="19050">
            <a:solidFill>
              <a:srgbClr val="5B2E91"/>
            </a:solidFill>
          </a:ln>
        </p:spPr>
        <p:txBody>
          <a:bodyPr wrap="square" lIns="228600" tIns="440000" rIns="228600" bIns="91440" anchor="t">
            <a:noAutofit/>
          </a:bodyPr>
          <a:lstStyle/>
          <a:p>
            <a:pPr marL="0" indent="0">
              <a:spcAft>
                <a:spcPts val="600"/>
              </a:spcAft>
              <a:buNone/>
            </a:pPr>
            <a:r>
              <a:rPr lang="en-US" sz="1500" b="1" dirty="0">
                <a:solidFill>
                  <a:srgbClr val="5B2E91"/>
                </a:solidFill>
              </a:rPr>
              <a:t>SIGNBOARD PHOTOS</a:t>
            </a:r>
          </a:p>
          <a:p>
            <a:pPr marL="0" indent="0">
              <a:spcAft>
                <a:spcPts val="700"/>
              </a:spcAft>
              <a:buNone/>
            </a:pPr>
            <a:r>
              <a:rPr lang="en-US" sz="1400" b="1" dirty="0">
                <a:solidFill>
                  <a:srgbClr val="5B2E91"/>
                </a:solidFill>
              </a:rPr>
              <a:t>INDICSTR12</a:t>
            </a:r>
            <a:r>
              <a:rPr lang="en-US" sz="1400" dirty="0">
                <a:solidFill>
                  <a:srgbClr val="404040"/>
                </a:solidFill>
              </a:rPr>
              <a:t> scene-text dataset (CVIT, IIIT Hyderabad; ICDAR 2023).</a:t>
            </a:r>
          </a:p>
          <a:p>
            <a:pPr marL="0" indent="0">
              <a:spcAft>
                <a:spcPts val="700"/>
              </a:spcAft>
              <a:buNone/>
            </a:pPr>
            <a:r>
              <a:rPr lang="en-US" sz="1400" b="1" dirty="0">
                <a:solidFill>
                  <a:srgbClr val="5B2E91"/>
                </a:solidFill>
              </a:rPr>
              <a:t>1,310 real photos</a:t>
            </a:r>
            <a:r>
              <a:rPr lang="en-US" sz="1400" dirty="0">
                <a:solidFill>
                  <a:srgbClr val="404040"/>
                </a:solidFill>
              </a:rPr>
              <a:t> in Hindi, Marathi, Kannada, Telugu and Bengali (347 Bengali), each with its transcription.</a:t>
            </a:r>
          </a:p>
        </p:txBody>
      </p:sp>
      <p:sp>
        <p:nvSpPr>
          <p:cNvPr id="192" name="Circle"/>
          <p:cNvSpPr/>
          <p:nvPr/>
        </p:nvSpPr>
        <p:spPr>
          <a:xfrm>
            <a:off x="5816000" y="1620000"/>
            <a:ext cx="560000" cy="560000"/>
          </a:xfrm>
          <a:prstGeom prst="ellipse">
            <a:avLst/>
          </a:prstGeom>
          <a:solidFill>
            <a:srgbClr val="5B2E91"/>
          </a:solidFill>
          <a:ln>
            <a:noFill/>
          </a:ln>
        </p:spPr>
        <p:txBody>
          <a:bodyPr wrap="square" lIns="0" tIns="0" rIns="0" bIns="0" anchor="ctr">
            <a:noAutofit/>
          </a:bodyPr>
          <a:lstStyle/>
          <a:p>
            <a:endParaRPr lang="en-US"/>
          </a:p>
        </p:txBody>
      </p:sp>
      <p:pic>
        <p:nvPicPr>
          <p:cNvPr id="193" name="Icon" descr="image_white icon"/>
          <p:cNvPicPr>
            <a:picLocks noChangeAspect="1"/>
          </p:cNvPicPr>
          <p:nvPr/>
        </p:nvPicPr>
        <p:blipFill>
          <a:blip r:embed="rId3"/>
          <a:stretch>
            <a:fillRect/>
          </a:stretch>
        </p:blipFill>
        <p:spPr>
          <a:xfrm>
            <a:off x="5942000" y="1746000"/>
            <a:ext cx="308000" cy="308000"/>
          </a:xfrm>
          <a:prstGeom prst="rect">
            <a:avLst/>
          </a:prstGeom>
        </p:spPr>
      </p:pic>
      <p:sp>
        <p:nvSpPr>
          <p:cNvPr id="194" name="Shape"/>
          <p:cNvSpPr/>
          <p:nvPr/>
        </p:nvSpPr>
        <p:spPr>
          <a:xfrm>
            <a:off x="8030000" y="1900000"/>
            <a:ext cx="3400000" cy="2950000"/>
          </a:xfrm>
          <a:prstGeom prst="roundRect">
            <a:avLst>
              <a:gd name="adj" fmla="val 6000"/>
            </a:avLst>
          </a:prstGeom>
          <a:solidFill>
            <a:srgbClr val="FDF3D1"/>
          </a:solidFill>
          <a:ln w="19050">
            <a:solidFill>
              <a:srgbClr val="B8860B"/>
            </a:solidFill>
          </a:ln>
        </p:spPr>
        <p:txBody>
          <a:bodyPr wrap="square" lIns="228600" tIns="440000" rIns="228600" bIns="91440" anchor="t">
            <a:noAutofit/>
          </a:bodyPr>
          <a:lstStyle/>
          <a:p>
            <a:pPr marL="0" indent="0">
              <a:spcAft>
                <a:spcPts val="600"/>
              </a:spcAft>
              <a:buNone/>
            </a:pPr>
            <a:r>
              <a:rPr lang="en-US" sz="1500" b="1" dirty="0">
                <a:solidFill>
                  <a:srgbClr val="9A6E00"/>
                </a:solidFill>
              </a:rPr>
              <a:t>STATIONS &amp; MAPS</a:t>
            </a:r>
          </a:p>
          <a:p>
            <a:pPr marL="0" indent="0">
              <a:spcAft>
                <a:spcPts val="700"/>
              </a:spcAft>
              <a:buNone/>
            </a:pPr>
            <a:r>
              <a:rPr lang="en-US" sz="1400" b="1" dirty="0">
                <a:solidFill>
                  <a:srgbClr val="9A6E00"/>
                </a:solidFill>
              </a:rPr>
              <a:t>DataMeet</a:t>
            </a:r>
            <a:r>
              <a:rPr lang="en-US" sz="1400" dirty="0">
                <a:solidFill>
                  <a:srgbClr val="404040"/>
                </a:solidFill>
              </a:rPr>
              <a:t> station list (CC0): 8,965 stations with codes and coordinates.</a:t>
            </a:r>
          </a:p>
          <a:p>
            <a:pPr marL="0" indent="0">
              <a:spcAft>
                <a:spcPts val="700"/>
              </a:spcAft>
              <a:buNone/>
            </a:pPr>
            <a:r>
              <a:rPr lang="en-US" sz="1400" b="1" dirty="0">
                <a:solidFill>
                  <a:srgbClr val="9A6E00"/>
                </a:solidFill>
              </a:rPr>
              <a:t>geoBoundaries</a:t>
            </a:r>
            <a:r>
              <a:rPr lang="en-US" sz="1400" dirty="0">
                <a:solidFill>
                  <a:srgbClr val="404040"/>
                </a:solidFill>
              </a:rPr>
              <a:t> state borders to find stations in the covered states; </a:t>
            </a:r>
            <a:r>
              <a:rPr lang="en-US" sz="1400" b="1" dirty="0">
                <a:solidFill>
                  <a:srgbClr val="9A6E00"/>
                </a:solidFill>
              </a:rPr>
              <a:t>Wikipedia</a:t>
            </a:r>
            <a:r>
              <a:rPr lang="en-US" sz="1400" dirty="0">
                <a:solidFill>
                  <a:srgbClr val="404040"/>
                </a:solidFill>
              </a:rPr>
              <a:t> for 123 newer station names.</a:t>
            </a:r>
          </a:p>
        </p:txBody>
      </p:sp>
      <p:sp>
        <p:nvSpPr>
          <p:cNvPr id="195" name="Circle"/>
          <p:cNvSpPr/>
          <p:nvPr/>
        </p:nvSpPr>
        <p:spPr>
          <a:xfrm>
            <a:off x="9450000" y="1620000"/>
            <a:ext cx="560000" cy="560000"/>
          </a:xfrm>
          <a:prstGeom prst="ellipse">
            <a:avLst/>
          </a:prstGeom>
          <a:solidFill>
            <a:srgbClr val="B8860B"/>
          </a:solidFill>
          <a:ln>
            <a:noFill/>
          </a:ln>
        </p:spPr>
        <p:txBody>
          <a:bodyPr wrap="square" lIns="0" tIns="0" rIns="0" bIns="0" anchor="ctr">
            <a:noAutofit/>
          </a:bodyPr>
          <a:lstStyle/>
          <a:p>
            <a:endParaRPr lang="en-US"/>
          </a:p>
        </p:txBody>
      </p:sp>
      <p:pic>
        <p:nvPicPr>
          <p:cNvPr id="196" name="Icon" descr="pin_white icon"/>
          <p:cNvPicPr>
            <a:picLocks noChangeAspect="1"/>
          </p:cNvPicPr>
          <p:nvPr/>
        </p:nvPicPr>
        <p:blipFill>
          <a:blip r:embed="rId4"/>
          <a:stretch>
            <a:fillRect/>
          </a:stretch>
        </p:blipFill>
        <p:spPr>
          <a:xfrm>
            <a:off x="9576000" y="1746000"/>
            <a:ext cx="308000" cy="308000"/>
          </a:xfrm>
          <a:prstGeom prst="rect">
            <a:avLst/>
          </a:prstGeom>
        </p:spPr>
      </p:pic>
      <p:sp>
        <p:nvSpPr>
          <p:cNvPr id="197" name="Shape"/>
          <p:cNvSpPr/>
          <p:nvPr/>
        </p:nvSpPr>
        <p:spPr>
          <a:xfrm>
            <a:off x="762000" y="5150000"/>
            <a:ext cx="10668000" cy="650000"/>
          </a:xfrm>
          <a:prstGeom prst="roundRect">
            <a:avLst>
              <a:gd name="adj" fmla="val 12000"/>
            </a:avLst>
          </a:prstGeom>
          <a:solidFill>
            <a:srgbClr val="EAF2DC"/>
          </a:solidFill>
          <a:ln w="12700">
            <a:solidFill>
              <a:srgbClr val="5A8A0C"/>
            </a:solidFill>
          </a:ln>
        </p:spPr>
        <p:txBody>
          <a:bodyPr wrap="square" lIns="274320" tIns="45720" rIns="274320" bIns="45720" anchor="ctr">
            <a:noAutofit/>
          </a:bodyPr>
          <a:lstStyle/>
          <a:p>
            <a:pPr marL="0" indent="0">
              <a:buNone/>
            </a:pPr>
            <a:r>
              <a:rPr lang="en-US" sz="1400" b="1" dirty="0">
                <a:solidFill>
                  <a:srgbClr val="5A8A0C"/>
                </a:solidFill>
              </a:rPr>
              <a:t>SPLIT BY TIME: </a:t>
            </a:r>
            <a:r>
              <a:rPr lang="en-US" sz="1400" dirty="0">
                <a:solidFill>
                  <a:srgbClr val="404040"/>
                </a:solidFill>
              </a:rPr>
              <a:t>models learn from earlier weeks, are tuned on the next days and are measured once on the final, unseen week.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script classifier (CNN)</a:t>
            </a:r>
          </a:p>
        </p:txBody>
      </p:sp>
      <p:sp>
        <p:nvSpPr>
          <p:cNvPr id="198"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A picture-recognition network that answers one question: which script is this sign written in?</a:t>
            </a:r>
          </a:p>
        </p:txBody>
      </p:sp>
      <p:sp>
        <p:nvSpPr>
          <p:cNvPr id="199" name="Shape"/>
          <p:cNvSpPr/>
          <p:nvPr/>
        </p:nvSpPr>
        <p:spPr>
          <a:xfrm>
            <a:off x="762000" y="1650000"/>
            <a:ext cx="1611333" cy="1200000"/>
          </a:xfrm>
          <a:prstGeom prst="roundRect">
            <a:avLst>
              <a:gd name="adj" fmla="val 2500"/>
            </a:avLst>
          </a:prstGeom>
          <a:solidFill>
            <a:srgbClr val="DDEDF4"/>
          </a:solidFill>
          <a:ln w="19050">
            <a:solidFill>
              <a:srgbClr val="0E6489"/>
            </a:solidFill>
          </a:ln>
        </p:spPr>
        <p:txBody>
          <a:bodyPr wrap="square" lIns="68580" tIns="182880" rIns="68580" bIns="45720" anchor="t">
            <a:noAutofit/>
          </a:bodyPr>
          <a:lstStyle/>
          <a:p>
            <a:pPr marL="0" indent="0" algn="ctr">
              <a:spcAft>
                <a:spcPts val="300"/>
              </a:spcAft>
              <a:buNone/>
            </a:pPr>
            <a:r>
              <a:rPr lang="en-US" sz="1250" b="1" dirty="0">
                <a:solidFill>
                  <a:srgbClr val="0E6489"/>
                </a:solidFill>
              </a:rPr>
              <a:t>Photo</a:t>
            </a:r>
          </a:p>
          <a:p>
            <a:pPr marL="0" indent="0" algn="ctr">
              <a:buNone/>
            </a:pPr>
            <a:r>
              <a:rPr lang="en-US" sz="1050" dirty="0">
                <a:solidFill>
                  <a:srgbClr val="404040"/>
                </a:solidFill>
              </a:rPr>
              <a:t>any size, any shape</a:t>
            </a:r>
          </a:p>
        </p:txBody>
      </p:sp>
      <p:sp>
        <p:nvSpPr>
          <p:cNvPr id="200" name="Arrow"/>
          <p:cNvSpPr/>
          <p:nvPr/>
        </p:nvSpPr>
        <p:spPr>
          <a:xfrm>
            <a:off x="2393333" y="2110000"/>
            <a:ext cx="16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01" name="Shape"/>
          <p:cNvSpPr/>
          <p:nvPr/>
        </p:nvSpPr>
        <p:spPr>
          <a:xfrm>
            <a:off x="2573333" y="1650000"/>
            <a:ext cx="1611333" cy="1200000"/>
          </a:xfrm>
          <a:prstGeom prst="roundRect">
            <a:avLst>
              <a:gd name="adj" fmla="val 2500"/>
            </a:avLst>
          </a:prstGeom>
          <a:solidFill>
            <a:srgbClr val="ECE5F5"/>
          </a:solidFill>
          <a:ln w="19050">
            <a:solidFill>
              <a:srgbClr val="5B2E91"/>
            </a:solidFill>
          </a:ln>
        </p:spPr>
        <p:txBody>
          <a:bodyPr wrap="square" lIns="68580" tIns="182880" rIns="68580" bIns="45720" anchor="t">
            <a:noAutofit/>
          </a:bodyPr>
          <a:lstStyle/>
          <a:p>
            <a:pPr marL="0" indent="0" algn="ctr">
              <a:spcAft>
                <a:spcPts val="300"/>
              </a:spcAft>
              <a:buNone/>
            </a:pPr>
            <a:r>
              <a:rPr lang="en-US" sz="1250" b="1" dirty="0">
                <a:solidFill>
                  <a:srgbClr val="5B2E91"/>
                </a:solidFill>
              </a:rPr>
              <a:t>Resize 224 × 224</a:t>
            </a:r>
          </a:p>
          <a:p>
            <a:pPr marL="0" indent="0" algn="ctr">
              <a:buNone/>
            </a:pPr>
            <a:r>
              <a:rPr lang="en-US" sz="1050" dirty="0">
                <a:solidFill>
                  <a:srgbClr val="404040"/>
                </a:solidFill>
              </a:rPr>
              <a:t>letterbox: shape kept, grey padding</a:t>
            </a:r>
          </a:p>
        </p:txBody>
      </p:sp>
      <p:sp>
        <p:nvSpPr>
          <p:cNvPr id="202" name="Arrow"/>
          <p:cNvSpPr/>
          <p:nvPr/>
        </p:nvSpPr>
        <p:spPr>
          <a:xfrm>
            <a:off x="4204666" y="2110000"/>
            <a:ext cx="16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03" name="Shape"/>
          <p:cNvSpPr/>
          <p:nvPr/>
        </p:nvSpPr>
        <p:spPr>
          <a:xfrm>
            <a:off x="4384666" y="1650000"/>
            <a:ext cx="1611333" cy="1200000"/>
          </a:xfrm>
          <a:prstGeom prst="roundRect">
            <a:avLst>
              <a:gd name="adj" fmla="val 2500"/>
            </a:avLst>
          </a:prstGeom>
          <a:solidFill>
            <a:srgbClr val="FDF3D1"/>
          </a:solidFill>
          <a:ln w="19050">
            <a:solidFill>
              <a:srgbClr val="B8860B"/>
            </a:solidFill>
          </a:ln>
        </p:spPr>
        <p:txBody>
          <a:bodyPr wrap="square" lIns="68580" tIns="182880" rIns="68580" bIns="45720" anchor="t">
            <a:noAutofit/>
          </a:bodyPr>
          <a:lstStyle/>
          <a:p>
            <a:pPr marL="0" indent="0" algn="ctr">
              <a:spcAft>
                <a:spcPts val="300"/>
              </a:spcAft>
              <a:buNone/>
            </a:pPr>
            <a:r>
              <a:rPr lang="en-US" sz="1250" b="1" dirty="0">
                <a:solidFill>
                  <a:srgbClr val="9A6E00"/>
                </a:solidFill>
              </a:rPr>
              <a:t>Augment</a:t>
            </a:r>
          </a:p>
          <a:p>
            <a:pPr marL="0" indent="0" algn="ctr">
              <a:buNone/>
            </a:pPr>
            <a:r>
              <a:rPr lang="en-US" sz="1050" dirty="0">
                <a:solidFill>
                  <a:srgbClr val="404040"/>
                </a:solidFill>
              </a:rPr>
              <a:t>training only: small turn, zoom, shift, contrast</a:t>
            </a:r>
          </a:p>
        </p:txBody>
      </p:sp>
      <p:sp>
        <p:nvSpPr>
          <p:cNvPr id="204" name="Arrow"/>
          <p:cNvSpPr/>
          <p:nvPr/>
        </p:nvSpPr>
        <p:spPr>
          <a:xfrm>
            <a:off x="6015999" y="2110000"/>
            <a:ext cx="16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05" name="Shape"/>
          <p:cNvSpPr/>
          <p:nvPr/>
        </p:nvSpPr>
        <p:spPr>
          <a:xfrm>
            <a:off x="6195999" y="1650000"/>
            <a:ext cx="1611333" cy="1200000"/>
          </a:xfrm>
          <a:prstGeom prst="roundRect">
            <a:avLst>
              <a:gd name="adj" fmla="val 2500"/>
            </a:avLst>
          </a:prstGeom>
          <a:solidFill>
            <a:srgbClr val="EAF2DC"/>
          </a:solidFill>
          <a:ln w="19050">
            <a:solidFill>
              <a:srgbClr val="5A8A0C"/>
            </a:solidFill>
          </a:ln>
        </p:spPr>
        <p:txBody>
          <a:bodyPr wrap="square" lIns="68580" tIns="182880" rIns="68580" bIns="45720" anchor="t">
            <a:noAutofit/>
          </a:bodyPr>
          <a:lstStyle/>
          <a:p>
            <a:pPr marL="0" indent="0" algn="ctr">
              <a:spcAft>
                <a:spcPts val="300"/>
              </a:spcAft>
              <a:buNone/>
            </a:pPr>
            <a:r>
              <a:rPr lang="en-US" sz="1250" b="1" dirty="0">
                <a:solidFill>
                  <a:srgbClr val="5A8A0C"/>
                </a:solidFill>
              </a:rPr>
              <a:t>MobileNetV2</a:t>
            </a:r>
          </a:p>
          <a:p>
            <a:pPr marL="0" indent="0" algn="ctr">
              <a:buNone/>
            </a:pPr>
            <a:r>
              <a:rPr lang="en-US" sz="1050" dirty="0">
                <a:solidFill>
                  <a:srgbClr val="404040"/>
                </a:solidFill>
              </a:rPr>
              <a:t>pre-trained on ImageNet; top 30 layers fine-tuned</a:t>
            </a:r>
          </a:p>
        </p:txBody>
      </p:sp>
      <p:sp>
        <p:nvSpPr>
          <p:cNvPr id="206" name="Arrow"/>
          <p:cNvSpPr/>
          <p:nvPr/>
        </p:nvSpPr>
        <p:spPr>
          <a:xfrm>
            <a:off x="7827332" y="2110000"/>
            <a:ext cx="16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07" name="Shape"/>
          <p:cNvSpPr/>
          <p:nvPr/>
        </p:nvSpPr>
        <p:spPr>
          <a:xfrm>
            <a:off x="8007332" y="1650000"/>
            <a:ext cx="1611333" cy="1200000"/>
          </a:xfrm>
          <a:prstGeom prst="roundRect">
            <a:avLst>
              <a:gd name="adj" fmla="val 2500"/>
            </a:avLst>
          </a:prstGeom>
          <a:solidFill>
            <a:srgbClr val="DDEDF4"/>
          </a:solidFill>
          <a:ln w="19050">
            <a:solidFill>
              <a:srgbClr val="0E6489"/>
            </a:solidFill>
          </a:ln>
        </p:spPr>
        <p:txBody>
          <a:bodyPr wrap="square" lIns="68580" tIns="182880" rIns="68580" bIns="45720" anchor="t">
            <a:noAutofit/>
          </a:bodyPr>
          <a:lstStyle/>
          <a:p>
            <a:pPr marL="0" indent="0" algn="ctr">
              <a:spcAft>
                <a:spcPts val="300"/>
              </a:spcAft>
              <a:buNone/>
            </a:pPr>
            <a:r>
              <a:rPr lang="en-US" sz="1250" b="1" dirty="0">
                <a:solidFill>
                  <a:srgbClr val="0E6489"/>
                </a:solidFill>
              </a:rPr>
              <a:t>Pool + Dense 128</a:t>
            </a:r>
          </a:p>
          <a:p>
            <a:pPr marL="0" indent="0" algn="ctr">
              <a:buNone/>
            </a:pPr>
            <a:r>
              <a:rPr lang="en-US" sz="1050" dirty="0">
                <a:solidFill>
                  <a:srgbClr val="404040"/>
                </a:solidFill>
              </a:rPr>
              <a:t>global average pooling, dropout 0.3</a:t>
            </a:r>
          </a:p>
        </p:txBody>
      </p:sp>
      <p:sp>
        <p:nvSpPr>
          <p:cNvPr id="208" name="Arrow"/>
          <p:cNvSpPr/>
          <p:nvPr/>
        </p:nvSpPr>
        <p:spPr>
          <a:xfrm>
            <a:off x="9638665" y="2110000"/>
            <a:ext cx="16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09" name="Shape"/>
          <p:cNvSpPr/>
          <p:nvPr/>
        </p:nvSpPr>
        <p:spPr>
          <a:xfrm>
            <a:off x="9818665" y="1650000"/>
            <a:ext cx="1611333" cy="1200000"/>
          </a:xfrm>
          <a:prstGeom prst="roundRect">
            <a:avLst>
              <a:gd name="adj" fmla="val 2500"/>
            </a:avLst>
          </a:prstGeom>
          <a:solidFill>
            <a:srgbClr val="ECE5F5"/>
          </a:solidFill>
          <a:ln w="19050">
            <a:solidFill>
              <a:srgbClr val="5B2E91"/>
            </a:solidFill>
          </a:ln>
        </p:spPr>
        <p:txBody>
          <a:bodyPr wrap="square" lIns="68580" tIns="182880" rIns="68580" bIns="45720" anchor="t">
            <a:noAutofit/>
          </a:bodyPr>
          <a:lstStyle/>
          <a:p>
            <a:pPr marL="0" indent="0" algn="ctr">
              <a:spcAft>
                <a:spcPts val="300"/>
              </a:spcAft>
              <a:buNone/>
            </a:pPr>
            <a:r>
              <a:rPr lang="en-US" sz="1250" b="1" dirty="0">
                <a:solidFill>
                  <a:srgbClr val="5B2E91"/>
                </a:solidFill>
              </a:rPr>
              <a:t>4 scripts</a:t>
            </a:r>
          </a:p>
          <a:p>
            <a:pPr marL="0" indent="0" algn="ctr">
              <a:buNone/>
            </a:pPr>
            <a:r>
              <a:rPr lang="en-US" sz="1050" dirty="0">
                <a:solidFill>
                  <a:srgbClr val="404040"/>
                </a:solidFill>
              </a:rPr>
              <a:t>Bengali, Devanagari, Kannada, Telugu</a:t>
            </a:r>
          </a:p>
        </p:txBody>
      </p:sp>
      <p:sp>
        <p:nvSpPr>
          <p:cNvPr id="210" name="Shape"/>
          <p:cNvSpPr/>
          <p:nvPr/>
        </p:nvSpPr>
        <p:spPr>
          <a:xfrm>
            <a:off x="762000" y="3150000"/>
            <a:ext cx="5080000" cy="2000000"/>
          </a:xfrm>
          <a:prstGeom prst="roundRect">
            <a:avLst>
              <a:gd name="adj" fmla="val 6000"/>
            </a:avLst>
          </a:prstGeom>
          <a:solidFill>
            <a:srgbClr val="DDEDF4"/>
          </a:solidFill>
          <a:ln w="19050">
            <a:solidFill>
              <a:srgbClr val="0E6489"/>
            </a:solidFill>
          </a:ln>
        </p:spPr>
        <p:txBody>
          <a:bodyPr wrap="square" lIns="228600" tIns="182880" rIns="228600" bIns="91440" anchor="t">
            <a:noAutofit/>
          </a:bodyPr>
          <a:lstStyle/>
          <a:p>
            <a:pPr marL="0" indent="0">
              <a:spcAft>
                <a:spcPts val="600"/>
              </a:spcAft>
              <a:buNone/>
            </a:pPr>
            <a:r>
              <a:rPr lang="en-US" sz="1500" b="1" dirty="0">
                <a:solidFill>
                  <a:srgbClr val="0E6489"/>
                </a:solidFill>
              </a:rPr>
              <a:t>HOW IT WAS TRAINED</a:t>
            </a:r>
          </a:p>
          <a:p>
            <a:pPr marL="0" indent="0">
              <a:spcAft>
                <a:spcPts val="500"/>
              </a:spcAft>
              <a:buNone/>
            </a:pPr>
            <a:r>
              <a:rPr lang="en-US" sz="1350" b="1" dirty="0">
                <a:solidFill>
                  <a:srgbClr val="0E6489"/>
                </a:solidFill>
              </a:rPr>
              <a:t>916 / 197 / 197</a:t>
            </a:r>
            <a:r>
              <a:rPr lang="en-US" sz="1350" dirty="0">
                <a:solidFill>
                  <a:srgbClr val="404040"/>
                </a:solidFill>
              </a:rPr>
              <a:t> photos for training / tuning / final test, split per language.</a:t>
            </a:r>
          </a:p>
          <a:p>
            <a:pPr marL="0" indent="0">
              <a:spcAft>
                <a:spcPts val="500"/>
              </a:spcAft>
              <a:buNone/>
            </a:pPr>
            <a:r>
              <a:rPr lang="en-US" sz="1350" dirty="0">
                <a:solidFill>
                  <a:srgbClr val="404040"/>
                </a:solidFill>
              </a:rPr>
              <a:t>Two stages: new head first, then the top of MobileNetV2; </a:t>
            </a:r>
            <a:r>
              <a:rPr lang="en-US" sz="1350" b="1" dirty="0">
                <a:solidFill>
                  <a:srgbClr val="0E6489"/>
                </a:solidFill>
              </a:rPr>
              <a:t>class weights</a:t>
            </a:r>
            <a:r>
              <a:rPr lang="en-US" sz="1350" dirty="0">
                <a:solidFill>
                  <a:srgbClr val="404040"/>
                </a:solidFill>
              </a:rPr>
              <a:t> balance the scripts; early stopping on validation.</a:t>
            </a:r>
          </a:p>
        </p:txBody>
      </p:sp>
      <p:sp>
        <p:nvSpPr>
          <p:cNvPr id="211" name="Shape"/>
          <p:cNvSpPr/>
          <p:nvPr/>
        </p:nvSpPr>
        <p:spPr>
          <a:xfrm>
            <a:off x="6248400" y="3150000"/>
            <a:ext cx="5181600" cy="2000000"/>
          </a:xfrm>
          <a:prstGeom prst="roundRect">
            <a:avLst>
              <a:gd name="adj" fmla="val 6000"/>
            </a:avLst>
          </a:prstGeom>
          <a:solidFill>
            <a:srgbClr val="EAF2DC"/>
          </a:solidFill>
          <a:ln w="19050">
            <a:solidFill>
              <a:srgbClr val="5A8A0C"/>
            </a:solidFill>
          </a:ln>
        </p:spPr>
        <p:txBody>
          <a:bodyPr wrap="square" lIns="228600" tIns="182880" rIns="228600" bIns="91440" anchor="t">
            <a:noAutofit/>
          </a:bodyPr>
          <a:lstStyle/>
          <a:p>
            <a:pPr marL="0" indent="0">
              <a:spcAft>
                <a:spcPts val="600"/>
              </a:spcAft>
              <a:buNone/>
            </a:pPr>
            <a:r>
              <a:rPr lang="en-US" sz="1500" b="1" dirty="0">
                <a:solidFill>
                  <a:srgbClr val="5A8A0C"/>
                </a:solidFill>
              </a:rPr>
              <a:t>HOW WELL IT DOES</a:t>
            </a:r>
          </a:p>
          <a:p>
            <a:pPr marL="0" indent="0">
              <a:spcAft>
                <a:spcPts val="500"/>
              </a:spcAft>
              <a:buNone/>
            </a:pPr>
            <a:r>
              <a:rPr lang="en-US" sz="1350" dirty="0">
                <a:solidFill>
                  <a:srgbClr val="404040"/>
                </a:solidFill>
              </a:rPr>
              <a:t>Image alone: </a:t>
            </a:r>
            <a:r>
              <a:rPr lang="en-US" sz="1350" b="1" dirty="0">
                <a:solidFill>
                  <a:srgbClr val="5A8A0C"/>
                </a:solidFill>
              </a:rPr>
              <a:t>49%</a:t>
            </a:r>
            <a:r>
              <a:rPr lang="en-US" sz="1350" dirty="0">
                <a:solidFill>
                  <a:srgbClr val="404040"/>
                </a:solidFill>
              </a:rPr>
              <a:t> right on the test photos (guessing: 25%).</a:t>
            </a:r>
          </a:p>
          <a:p>
            <a:pPr marL="0" indent="0">
              <a:spcAft>
                <a:spcPts val="500"/>
              </a:spcAft>
              <a:buNone/>
            </a:pPr>
            <a:r>
              <a:rPr lang="en-US" sz="1350" dirty="0">
                <a:solidFill>
                  <a:srgbClr val="404040"/>
                </a:solidFill>
              </a:rPr>
              <a:t>Signs are busy scenes and the text is often small, so the app </a:t>
            </a:r>
            <a:r>
              <a:rPr lang="en-US" sz="1350" b="1" dirty="0">
                <a:solidFill>
                  <a:srgbClr val="5A8A0C"/>
                </a:solidFill>
              </a:rPr>
              <a:t>adds evidence from OCR</a:t>
            </a:r>
            <a:r>
              <a:rPr lang="en-US" sz="1350" dirty="0">
                <a:solidFill>
                  <a:srgbClr val="404040"/>
                </a:solidFill>
              </a:rPr>
              <a:t> (next slide).</a:t>
            </a:r>
          </a:p>
        </p:txBody>
      </p:sp>
      <p:sp>
        <p:nvSpPr>
          <p:cNvPr id="212" name="Shape"/>
          <p:cNvSpPr/>
          <p:nvPr/>
        </p:nvSpPr>
        <p:spPr>
          <a:xfrm>
            <a:off x="762000" y="5400000"/>
            <a:ext cx="10668000" cy="600000"/>
          </a:xfrm>
          <a:prstGeom prst="roundRect">
            <a:avLst>
              <a:gd name="adj" fmla="val 12000"/>
            </a:avLst>
          </a:prstGeom>
          <a:solidFill>
            <a:srgbClr val="F7F5FB"/>
          </a:solidFill>
          <a:ln w="12700">
            <a:solidFill>
              <a:srgbClr val="5B2E91"/>
            </a:solidFill>
          </a:ln>
        </p:spPr>
        <p:txBody>
          <a:bodyPr wrap="square" lIns="274320" tIns="45720" rIns="274320" bIns="45720" anchor="ctr">
            <a:noAutofit/>
          </a:bodyPr>
          <a:lstStyle/>
          <a:p>
            <a:pPr marL="0" indent="0">
              <a:buNone/>
            </a:pPr>
            <a:r>
              <a:rPr lang="en-US" sz="1400" b="1" dirty="0">
                <a:solidFill>
                  <a:srgbClr val="5B2E91"/>
                </a:solidFill>
              </a:rPr>
              <a:t>WHY A SCRIPT, NOT A LANGUAGE: </a:t>
            </a:r>
            <a:r>
              <a:rPr lang="en-US" sz="1400" dirty="0">
                <a:solidFill>
                  <a:srgbClr val="404040"/>
                </a:solidFill>
              </a:rPr>
              <a:t>Hindi and Marathi share the Devanagari script, so the network predicts the script and OCR then reads both languages.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Reading the text (OCR)</a:t>
            </a:r>
          </a:p>
        </p:txBody>
      </p:sp>
      <p:sp>
        <p:nvSpPr>
          <p:cNvPr id="213" name="Text"/>
          <p:cNvSpPr/>
          <p:nvPr/>
        </p:nvSpPr>
        <p:spPr>
          <a:xfrm>
            <a:off x="762000" y="1120000"/>
            <a:ext cx="10668000" cy="350000"/>
          </a:xfrm>
          <a:prstGeom prst="rect">
            <a:avLst/>
          </a:prstGeom>
          <a:noFill/>
          <a:ln>
            <a:noFill/>
          </a:ln>
        </p:spPr>
        <p:txBody>
          <a:bodyPr wrap="square" lIns="0" tIns="0" rIns="0" bIns="0" anchor="t">
            <a:noAutofit/>
          </a:bodyPr>
          <a:lstStyle/>
          <a:p>
            <a:pPr marL="0" indent="0">
              <a:buNone/>
            </a:pPr>
            <a:r>
              <a:rPr lang="en-US" sz="1300" i="1" dirty="0">
                <a:solidFill>
                  <a:srgbClr val="595959"/>
                </a:solidFill>
              </a:rPr>
              <a:t>EasyOCR turns the photo into text; RailScan then cleans it and matches it to a station.</a:t>
            </a:r>
          </a:p>
        </p:txBody>
      </p:sp>
      <p:sp>
        <p:nvSpPr>
          <p:cNvPr id="214" name="Shape"/>
          <p:cNvSpPr/>
          <p:nvPr/>
        </p:nvSpPr>
        <p:spPr>
          <a:xfrm>
            <a:off x="762000" y="1650000"/>
            <a:ext cx="1949600" cy="1150000"/>
          </a:xfrm>
          <a:prstGeom prst="roundRect">
            <a:avLst>
              <a:gd name="adj" fmla="val 2500"/>
            </a:avLst>
          </a:prstGeom>
          <a:solidFill>
            <a:srgbClr val="DDEDF4"/>
          </a:solidFill>
          <a:ln w="19050">
            <a:solidFill>
              <a:srgbClr val="0E6489"/>
            </a:solidFill>
          </a:ln>
        </p:spPr>
        <p:txBody>
          <a:bodyPr wrap="square" lIns="91440" tIns="182880" rIns="91440" bIns="45720" anchor="t">
            <a:noAutofit/>
          </a:bodyPr>
          <a:lstStyle/>
          <a:p>
            <a:pPr marL="0" indent="0" algn="ctr">
              <a:spcAft>
                <a:spcPts val="300"/>
              </a:spcAft>
              <a:buNone/>
            </a:pPr>
            <a:r>
              <a:rPr lang="en-US" sz="1300" b="1" dirty="0">
                <a:solidFill>
                  <a:srgbClr val="0E6489"/>
                </a:solidFill>
              </a:rPr>
              <a:t>Clean-up</a:t>
            </a:r>
          </a:p>
          <a:p>
            <a:pPr marL="0" indent="0" algn="ctr">
              <a:buNone/>
            </a:pPr>
            <a:r>
              <a:rPr lang="en-US" sz="1100" dirty="0">
                <a:solidFill>
                  <a:srgbClr val="404040"/>
                </a:solidFill>
              </a:rPr>
              <a:t>picks per photo: contrast, upscale, threshold, straighten</a:t>
            </a:r>
          </a:p>
        </p:txBody>
      </p:sp>
      <p:sp>
        <p:nvSpPr>
          <p:cNvPr id="215" name="Arrow"/>
          <p:cNvSpPr/>
          <p:nvPr/>
        </p:nvSpPr>
        <p:spPr>
          <a:xfrm>
            <a:off x="2741600" y="2085000"/>
            <a:ext cx="17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16" name="Shape"/>
          <p:cNvSpPr/>
          <p:nvPr/>
        </p:nvSpPr>
        <p:spPr>
          <a:xfrm>
            <a:off x="2941600" y="1650000"/>
            <a:ext cx="1949600" cy="1150000"/>
          </a:xfrm>
          <a:prstGeom prst="roundRect">
            <a:avLst>
              <a:gd name="adj" fmla="val 2500"/>
            </a:avLst>
          </a:prstGeom>
          <a:solidFill>
            <a:srgbClr val="ECE5F5"/>
          </a:solidFill>
          <a:ln w="19050">
            <a:solidFill>
              <a:srgbClr val="5B2E91"/>
            </a:solidFill>
          </a:ln>
        </p:spPr>
        <p:txBody>
          <a:bodyPr wrap="square" lIns="91440" tIns="182880" rIns="91440" bIns="45720" anchor="t">
            <a:noAutofit/>
          </a:bodyPr>
          <a:lstStyle/>
          <a:p>
            <a:pPr marL="0" indent="0" algn="ctr">
              <a:spcAft>
                <a:spcPts val="300"/>
              </a:spcAft>
              <a:buNone/>
            </a:pPr>
            <a:r>
              <a:rPr lang="en-US" sz="1300" b="1" dirty="0">
                <a:solidFill>
                  <a:srgbClr val="5B2E91"/>
                </a:solidFill>
              </a:rPr>
              <a:t>Find text</a:t>
            </a:r>
          </a:p>
          <a:p>
            <a:pPr marL="0" indent="0" algn="ctr">
              <a:buNone/>
            </a:pPr>
            <a:r>
              <a:rPr lang="en-US" sz="1100" dirty="0">
                <a:solidFill>
                  <a:srgbClr val="404040"/>
                </a:solidFill>
              </a:rPr>
              <a:t>CRAFT detector draws a box around each word</a:t>
            </a:r>
          </a:p>
        </p:txBody>
      </p:sp>
      <p:sp>
        <p:nvSpPr>
          <p:cNvPr id="217" name="Arrow"/>
          <p:cNvSpPr/>
          <p:nvPr/>
        </p:nvSpPr>
        <p:spPr>
          <a:xfrm>
            <a:off x="4921200" y="2085000"/>
            <a:ext cx="17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18" name="Shape"/>
          <p:cNvSpPr/>
          <p:nvPr/>
        </p:nvSpPr>
        <p:spPr>
          <a:xfrm>
            <a:off x="5121200" y="1650000"/>
            <a:ext cx="1949600" cy="1150000"/>
          </a:xfrm>
          <a:prstGeom prst="roundRect">
            <a:avLst>
              <a:gd name="adj" fmla="val 2500"/>
            </a:avLst>
          </a:prstGeom>
          <a:solidFill>
            <a:srgbClr val="FDF3D1"/>
          </a:solidFill>
          <a:ln w="19050">
            <a:solidFill>
              <a:srgbClr val="B8860B"/>
            </a:solidFill>
          </a:ln>
        </p:spPr>
        <p:txBody>
          <a:bodyPr wrap="square" lIns="91440" tIns="182880" rIns="91440" bIns="45720" anchor="t">
            <a:noAutofit/>
          </a:bodyPr>
          <a:lstStyle/>
          <a:p>
            <a:pPr marL="0" indent="0" algn="ctr">
              <a:spcAft>
                <a:spcPts val="300"/>
              </a:spcAft>
              <a:buNone/>
            </a:pPr>
            <a:r>
              <a:rPr lang="en-US" sz="1300" b="1" dirty="0">
                <a:solidFill>
                  <a:srgbClr val="9A6E00"/>
                </a:solidFill>
              </a:rPr>
              <a:t>Read each box</a:t>
            </a:r>
          </a:p>
          <a:p>
            <a:pPr marL="0" indent="0" algn="ctr">
              <a:buNone/>
            </a:pPr>
            <a:r>
              <a:rPr lang="en-US" sz="1100" dirty="0">
                <a:solidFill>
                  <a:srgbClr val="404040"/>
                </a:solidFill>
              </a:rPr>
              <a:t>per-script recogniser: CNN features + BiLSTM + CTC</a:t>
            </a:r>
          </a:p>
        </p:txBody>
      </p:sp>
      <p:sp>
        <p:nvSpPr>
          <p:cNvPr id="219" name="Arrow"/>
          <p:cNvSpPr/>
          <p:nvPr/>
        </p:nvSpPr>
        <p:spPr>
          <a:xfrm>
            <a:off x="7100800" y="2085000"/>
            <a:ext cx="17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20" name="Shape"/>
          <p:cNvSpPr/>
          <p:nvPr/>
        </p:nvSpPr>
        <p:spPr>
          <a:xfrm>
            <a:off x="7300800" y="1650000"/>
            <a:ext cx="1949600" cy="1150000"/>
          </a:xfrm>
          <a:prstGeom prst="roundRect">
            <a:avLst>
              <a:gd name="adj" fmla="val 2500"/>
            </a:avLst>
          </a:prstGeom>
          <a:solidFill>
            <a:srgbClr val="EAF2DC"/>
          </a:solidFill>
          <a:ln w="19050">
            <a:solidFill>
              <a:srgbClr val="5A8A0C"/>
            </a:solidFill>
          </a:ln>
        </p:spPr>
        <p:txBody>
          <a:bodyPr wrap="square" lIns="91440" tIns="182880" rIns="91440" bIns="45720" anchor="t">
            <a:noAutofit/>
          </a:bodyPr>
          <a:lstStyle/>
          <a:p>
            <a:pPr marL="0" indent="0" algn="ctr">
              <a:spcAft>
                <a:spcPts val="300"/>
              </a:spcAft>
              <a:buNone/>
            </a:pPr>
            <a:r>
              <a:rPr lang="en-US" sz="1300" b="1" dirty="0">
                <a:solidFill>
                  <a:srgbClr val="5A8A0C"/>
                </a:solidFill>
              </a:rPr>
              <a:t>Tidy text</a:t>
            </a:r>
          </a:p>
          <a:p>
            <a:pPr marL="0" indent="0" algn="ctr">
              <a:buNone/>
            </a:pPr>
            <a:r>
              <a:rPr lang="en-US" sz="1100" dirty="0">
                <a:solidFill>
                  <a:srgbClr val="404040"/>
                </a:solidFill>
              </a:rPr>
              <a:t>keeps Indic letters; finds five-digit train numbers</a:t>
            </a:r>
          </a:p>
        </p:txBody>
      </p:sp>
      <p:sp>
        <p:nvSpPr>
          <p:cNvPr id="221" name="Arrow"/>
          <p:cNvSpPr/>
          <p:nvPr/>
        </p:nvSpPr>
        <p:spPr>
          <a:xfrm>
            <a:off x="9280400" y="2085000"/>
            <a:ext cx="170000" cy="280000"/>
          </a:xfrm>
          <a:prstGeom prst="rightArrow">
            <a:avLst>
              <a:gd name="adj1" fmla="val 45000"/>
              <a:gd name="adj2" fmla="val 45000"/>
            </a:avLst>
          </a:prstGeom>
          <a:solidFill>
            <a:srgbClr val="B9A6D6"/>
          </a:solidFill>
          <a:ln>
            <a:noFill/>
          </a:ln>
        </p:spPr>
        <p:txBody>
          <a:bodyPr wrap="square" lIns="228600" tIns="182880" rIns="228600" bIns="91440" anchor="t">
            <a:noAutofit/>
          </a:bodyPr>
          <a:lstStyle/>
          <a:p>
            <a:endParaRPr lang="en-US"/>
          </a:p>
        </p:txBody>
      </p:sp>
      <p:sp>
        <p:nvSpPr>
          <p:cNvPr id="222" name="Shape"/>
          <p:cNvSpPr/>
          <p:nvPr/>
        </p:nvSpPr>
        <p:spPr>
          <a:xfrm>
            <a:off x="9480400" y="1650000"/>
            <a:ext cx="1949600" cy="1150000"/>
          </a:xfrm>
          <a:prstGeom prst="roundRect">
            <a:avLst>
              <a:gd name="adj" fmla="val 2500"/>
            </a:avLst>
          </a:prstGeom>
          <a:solidFill>
            <a:srgbClr val="DDEDF4"/>
          </a:solidFill>
          <a:ln w="19050">
            <a:solidFill>
              <a:srgbClr val="0E6489"/>
            </a:solidFill>
          </a:ln>
        </p:spPr>
        <p:txBody>
          <a:bodyPr wrap="square" lIns="91440" tIns="182880" rIns="91440" bIns="45720" anchor="t">
            <a:noAutofit/>
          </a:bodyPr>
          <a:lstStyle/>
          <a:p>
            <a:pPr marL="0" indent="0" algn="ctr">
              <a:spcAft>
                <a:spcPts val="300"/>
              </a:spcAft>
              <a:buNone/>
            </a:pPr>
            <a:r>
              <a:rPr lang="en-US" sz="1300" b="1" dirty="0">
                <a:solidFill>
                  <a:srgbClr val="0E6489"/>
                </a:solidFill>
              </a:rPr>
              <a:t>Match station</a:t>
            </a:r>
          </a:p>
          <a:p>
            <a:pPr marL="0" indent="0" algn="ctr">
              <a:buNone/>
            </a:pPr>
            <a:r>
              <a:rPr lang="en-US" sz="1100" dirty="0">
                <a:solidFill>
                  <a:srgbClr val="404040"/>
                </a:solidFill>
              </a:rPr>
              <a:t>exact, alias, fuzzy and transliterated names</a:t>
            </a:r>
          </a:p>
        </p:txBody>
      </p:sp>
      <p:sp>
        <p:nvSpPr>
          <p:cNvPr id="223" name="Shape"/>
          <p:cNvSpPr/>
          <p:nvPr/>
        </p:nvSpPr>
        <p:spPr>
          <a:xfrm>
            <a:off x="762000" y="3050000"/>
            <a:ext cx="5080000" cy="2150000"/>
          </a:xfrm>
          <a:prstGeom prst="roundRect">
            <a:avLst>
              <a:gd name="adj" fmla="val 6000"/>
            </a:avLst>
          </a:prstGeom>
          <a:solidFill>
            <a:srgbClr val="ECE5F5"/>
          </a:solidFill>
          <a:ln w="19050">
            <a:solidFill>
              <a:srgbClr val="5B2E91"/>
            </a:solidFill>
          </a:ln>
        </p:spPr>
        <p:txBody>
          <a:bodyPr wrap="square" lIns="228600" tIns="182880" rIns="228600" bIns="91440" anchor="t">
            <a:noAutofit/>
          </a:bodyPr>
          <a:lstStyle/>
          <a:p>
            <a:pPr marL="0" indent="0">
              <a:spcAft>
                <a:spcPts val="600"/>
              </a:spcAft>
              <a:buNone/>
            </a:pPr>
            <a:r>
              <a:rPr lang="en-US" sz="1500" b="1" dirty="0">
                <a:solidFill>
                  <a:srgbClr val="5B2E91"/>
                </a:solidFill>
              </a:rPr>
              <a:t>COMBINED WITH THE CNN</a:t>
            </a:r>
          </a:p>
          <a:p>
            <a:pPr marL="0" indent="0">
              <a:spcAft>
                <a:spcPts val="500"/>
              </a:spcAft>
              <a:buNone/>
            </a:pPr>
            <a:r>
              <a:rPr lang="en-US" sz="1350" dirty="0">
                <a:solidFill>
                  <a:srgbClr val="404040"/>
                </a:solidFill>
              </a:rPr>
              <a:t>The sign is read once </a:t>
            </a:r>
            <a:r>
              <a:rPr lang="en-US" sz="1350" b="1" dirty="0">
                <a:solidFill>
                  <a:srgbClr val="5B2E91"/>
                </a:solidFill>
              </a:rPr>
              <a:t>with each script’s reader</a:t>
            </a:r>
            <a:r>
              <a:rPr lang="en-US" sz="1350" dirty="0">
                <a:solidFill>
                  <a:srgbClr val="404040"/>
                </a:solidFill>
              </a:rPr>
              <a:t>. Evidence = OCR confidence × share of letters in that script.</a:t>
            </a:r>
          </a:p>
          <a:p>
            <a:pPr marL="0" indent="0">
              <a:spcAft>
                <a:spcPts val="500"/>
              </a:spcAft>
              <a:buNone/>
            </a:pPr>
            <a:r>
              <a:rPr lang="en-US" sz="1350" dirty="0">
                <a:solidFill>
                  <a:srgbClr val="404040"/>
                </a:solidFill>
              </a:rPr>
              <a:t>Added to the CNN’s scores; the weight (</a:t>
            </a:r>
            <a:r>
              <a:rPr lang="en-US" sz="1350" b="1" dirty="0">
                <a:solidFill>
                  <a:srgbClr val="5B2E91"/>
                </a:solidFill>
              </a:rPr>
              <a:t>60</a:t>
            </a:r>
            <a:r>
              <a:rPr lang="en-US" sz="1350" dirty="0">
                <a:solidFill>
                  <a:srgbClr val="404040"/>
                </a:solidFill>
              </a:rPr>
              <a:t>) and the “confident” threshold were chosen on validation photos only.</a:t>
            </a:r>
          </a:p>
        </p:txBody>
      </p:sp>
      <p:sp>
        <p:nvSpPr>
          <p:cNvPr id="224" name="Shape"/>
          <p:cNvSpPr/>
          <p:nvPr/>
        </p:nvSpPr>
        <p:spPr>
          <a:xfrm>
            <a:off x="6248400" y="3050000"/>
            <a:ext cx="5181600" cy="2150000"/>
          </a:xfrm>
          <a:prstGeom prst="roundRect">
            <a:avLst>
              <a:gd name="adj" fmla="val 6000"/>
            </a:avLst>
          </a:prstGeom>
          <a:solidFill>
            <a:srgbClr val="EAF2DC"/>
          </a:solidFill>
          <a:ln w="19050">
            <a:solidFill>
              <a:srgbClr val="5A8A0C"/>
            </a:solidFill>
          </a:ln>
        </p:spPr>
        <p:txBody>
          <a:bodyPr wrap="square" lIns="228600" tIns="182880" rIns="228600" bIns="91440" anchor="t">
            <a:noAutofit/>
          </a:bodyPr>
          <a:lstStyle/>
          <a:p>
            <a:pPr marL="0" indent="0">
              <a:spcAft>
                <a:spcPts val="600"/>
              </a:spcAft>
              <a:buNone/>
            </a:pPr>
            <a:r>
              <a:rPr lang="en-US" sz="1500" b="1" dirty="0">
                <a:solidFill>
                  <a:srgbClr val="5A8A0C"/>
                </a:solidFill>
              </a:rPr>
              <a:t>RESULT ON UNSEEN PHOTOS</a:t>
            </a:r>
          </a:p>
          <a:p>
            <a:pPr marL="0" indent="0">
              <a:spcAft>
                <a:spcPts val="500"/>
              </a:spcAft>
              <a:buNone/>
            </a:pPr>
            <a:r>
              <a:rPr lang="en-US" sz="1350" dirty="0">
                <a:solidFill>
                  <a:srgbClr val="404040"/>
                </a:solidFill>
              </a:rPr>
              <a:t>Script right: </a:t>
            </a:r>
            <a:r>
              <a:rPr lang="en-US" sz="1350" b="1" dirty="0">
                <a:solidFill>
                  <a:srgbClr val="5A8A0C"/>
                </a:solidFill>
              </a:rPr>
              <a:t>79%</a:t>
            </a:r>
            <a:r>
              <a:rPr lang="en-US" sz="1350" dirty="0">
                <a:solidFill>
                  <a:srgbClr val="404040"/>
                </a:solidFill>
              </a:rPr>
              <a:t> with OCR evidence vs 49% from the image alone.</a:t>
            </a:r>
          </a:p>
          <a:p>
            <a:pPr marL="0" indent="0">
              <a:spcAft>
                <a:spcPts val="500"/>
              </a:spcAft>
              <a:buNone/>
            </a:pPr>
            <a:r>
              <a:rPr lang="en-US" sz="1350" dirty="0">
                <a:solidFill>
                  <a:srgbClr val="404040"/>
                </a:solidFill>
              </a:rPr>
              <a:t>When it says “confident” (</a:t>
            </a:r>
            <a:r>
              <a:rPr lang="en-US" sz="1350" b="1" dirty="0">
                <a:solidFill>
                  <a:srgbClr val="5A8A0C"/>
                </a:solidFill>
              </a:rPr>
              <a:t>72%</a:t>
            </a:r>
            <a:r>
              <a:rPr lang="en-US" sz="1350" dirty="0">
                <a:solidFill>
                  <a:srgbClr val="404040"/>
                </a:solidFill>
              </a:rPr>
              <a:t> of photos) it is right </a:t>
            </a:r>
            <a:r>
              <a:rPr lang="en-US" sz="1350" b="1" dirty="0">
                <a:solidFill>
                  <a:srgbClr val="5A8A0C"/>
                </a:solidFill>
              </a:rPr>
              <a:t>93%</a:t>
            </a:r>
            <a:r>
              <a:rPr lang="en-US" sz="1350" dirty="0">
                <a:solidFill>
                  <a:srgbClr val="404040"/>
                </a:solidFill>
              </a:rPr>
              <a:t>.</a:t>
            </a:r>
          </a:p>
        </p:txBody>
      </p:sp>
      <p:sp>
        <p:nvSpPr>
          <p:cNvPr id="225" name="Shape"/>
          <p:cNvSpPr/>
          <p:nvPr/>
        </p:nvSpPr>
        <p:spPr>
          <a:xfrm>
            <a:off x="762000" y="5450000"/>
            <a:ext cx="10668000" cy="600000"/>
          </a:xfrm>
          <a:prstGeom prst="roundRect">
            <a:avLst>
              <a:gd name="adj" fmla="val 12000"/>
            </a:avLst>
          </a:prstGeom>
          <a:solidFill>
            <a:srgbClr val="FDF3D1"/>
          </a:solidFill>
          <a:ln w="12700">
            <a:solidFill>
              <a:srgbClr val="B8860B"/>
            </a:solidFill>
          </a:ln>
        </p:spPr>
        <p:txBody>
          <a:bodyPr wrap="square" lIns="274320" tIns="45720" rIns="274320" bIns="45720" anchor="ctr">
            <a:noAutofit/>
          </a:bodyPr>
          <a:lstStyle/>
          <a:p>
            <a:pPr marL="0" indent="0">
              <a:buNone/>
            </a:pPr>
            <a:r>
              <a:rPr lang="en-US" sz="1400" b="1" dirty="0">
                <a:solidFill>
                  <a:srgbClr val="9A6E00"/>
                </a:solidFill>
              </a:rPr>
              <a:t>IF A SCAN FAILS: </a:t>
            </a:r>
            <a:r>
              <a:rPr lang="en-US" sz="1400" dirty="0">
                <a:solidFill>
                  <a:srgbClr val="404040"/>
                </a:solidFill>
              </a:rPr>
              <a:t>the user can pick the station from candidates or a search box, and the journey planner never depends on a scan.</a:t>
            </a:r>
          </a:p>
        </p:txBody>
      </p:sp>
    </p:spTree>
  </p:cSld>
  <p:clrMapOvr>
    <a:masterClrMapping/>
  </p:clrMapOvr>
</p:sld>
</file>

<file path=ppt/theme/theme1.xml><?xml version="1.0" encoding="utf-8"?>
<a:theme xmlns:a="http://schemas.openxmlformats.org/drawingml/2006/main" name="TEOCO PowerPoint Template (cover slides)">
  <a:themeElements>
    <a:clrScheme name="TEOCO 2025">
      <a:dk1>
        <a:srgbClr val="000000"/>
      </a:dk1>
      <a:lt1>
        <a:srgbClr val="FFFFFF"/>
      </a:lt1>
      <a:dk2>
        <a:srgbClr val="191919"/>
      </a:dk2>
      <a:lt2>
        <a:srgbClr val="ADADAD"/>
      </a:lt2>
      <a:accent1>
        <a:srgbClr val="0C184E"/>
      </a:accent1>
      <a:accent2>
        <a:srgbClr val="FFC000"/>
      </a:accent2>
      <a:accent3>
        <a:srgbClr val="1074A1"/>
      </a:accent3>
      <a:accent4>
        <a:srgbClr val="2C4507"/>
      </a:accent4>
      <a:accent5>
        <a:srgbClr val="7030A0"/>
      </a:accent5>
      <a:accent6>
        <a:srgbClr val="78B815"/>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OCO - 2025 Template" id="{06739020-946D-1E4E-A90D-084CD1F60DC6}" vid="{B3F1CE18-A8CC-C145-8C82-9B614AD063FF}"/>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OCO PowerPoint Template (section breaks)">
  <a:themeElements>
    <a:clrScheme name="TEOCO 2025">
      <a:dk1>
        <a:srgbClr val="000000"/>
      </a:dk1>
      <a:lt1>
        <a:srgbClr val="FFFFFF"/>
      </a:lt1>
      <a:dk2>
        <a:srgbClr val="191919"/>
      </a:dk2>
      <a:lt2>
        <a:srgbClr val="ADADAD"/>
      </a:lt2>
      <a:accent1>
        <a:srgbClr val="0C184E"/>
      </a:accent1>
      <a:accent2>
        <a:srgbClr val="FFC000"/>
      </a:accent2>
      <a:accent3>
        <a:srgbClr val="1074A1"/>
      </a:accent3>
      <a:accent4>
        <a:srgbClr val="2C4507"/>
      </a:accent4>
      <a:accent5>
        <a:srgbClr val="7030A0"/>
      </a:accent5>
      <a:accent6>
        <a:srgbClr val="78B815"/>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OCO - 2025 Template" id="{06739020-946D-1E4E-A90D-084CD1F60DC6}" vid="{D5660FC6-F3BE-8942-8E7D-FB55D05487CD}"/>
    </a:ext>
  </a:extLst>
</a:theme>
</file>

<file path=ppt/theme/theme5.xml><?xml version="1.0" encoding="utf-8"?>
<a:theme xmlns:a="http://schemas.openxmlformats.org/drawingml/2006/main" name="TEOCO PowerPoint Template (grey logo and page number)">
  <a:themeElements>
    <a:clrScheme name="TEOCO 2025">
      <a:dk1>
        <a:srgbClr val="000000"/>
      </a:dk1>
      <a:lt1>
        <a:srgbClr val="FFFFFF"/>
      </a:lt1>
      <a:dk2>
        <a:srgbClr val="191919"/>
      </a:dk2>
      <a:lt2>
        <a:srgbClr val="ADADAD"/>
      </a:lt2>
      <a:accent1>
        <a:srgbClr val="0C184E"/>
      </a:accent1>
      <a:accent2>
        <a:srgbClr val="FFC000"/>
      </a:accent2>
      <a:accent3>
        <a:srgbClr val="1074A1"/>
      </a:accent3>
      <a:accent4>
        <a:srgbClr val="2C4507"/>
      </a:accent4>
      <a:accent5>
        <a:srgbClr val="7030A0"/>
      </a:accent5>
      <a:accent6>
        <a:srgbClr val="78B815"/>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OCO - 2025 Template" id="{06739020-946D-1E4E-A90D-084CD1F60DC6}" vid="{84434B01-0DB0-C54B-BE01-C2FAAF3D616F}"/>
    </a:ext>
  </a:extLst>
</a:theme>
</file>

<file path=ppt/theme/theme6.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TEOCO PowerPoint Template (cover slides)">
  <a:themeElements>
    <a:clrScheme name="TEOCO 2025">
      <a:dk1>
        <a:srgbClr val="000000"/>
      </a:dk1>
      <a:lt1>
        <a:srgbClr val="FFFFFF"/>
      </a:lt1>
      <a:dk2>
        <a:srgbClr val="191919"/>
      </a:dk2>
      <a:lt2>
        <a:srgbClr val="ADADAD"/>
      </a:lt2>
      <a:accent1>
        <a:srgbClr val="0C184E"/>
      </a:accent1>
      <a:accent2>
        <a:srgbClr val="FFC000"/>
      </a:accent2>
      <a:accent3>
        <a:srgbClr val="1074A1"/>
      </a:accent3>
      <a:accent4>
        <a:srgbClr val="2C4507"/>
      </a:accent4>
      <a:accent5>
        <a:srgbClr val="7030A0"/>
      </a:accent5>
      <a:accent6>
        <a:srgbClr val="78B815"/>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OCO - Blank Templates PPT (1) (1)" id="{3A2A81A4-3B75-4F73-A0C0-71A46FD43C8C}" vid="{9D080008-201F-4324-BA19-ED536C5D32A8}"/>
    </a:ext>
  </a:extLst>
</a:theme>
</file>

<file path=ppt/theme/theme9.xml><?xml version="1.0" encoding="utf-8"?>
<a:theme xmlns:a="http://schemas.openxmlformats.org/drawingml/2006/main" name="3_TEOCO PowerPoint Template (cover slides)">
  <a:themeElements>
    <a:clrScheme name="TEOCO 2025">
      <a:dk1>
        <a:srgbClr val="000000"/>
      </a:dk1>
      <a:lt1>
        <a:srgbClr val="FFFFFF"/>
      </a:lt1>
      <a:dk2>
        <a:srgbClr val="191919"/>
      </a:dk2>
      <a:lt2>
        <a:srgbClr val="ADADAD"/>
      </a:lt2>
      <a:accent1>
        <a:srgbClr val="0C184E"/>
      </a:accent1>
      <a:accent2>
        <a:srgbClr val="FFC000"/>
      </a:accent2>
      <a:accent3>
        <a:srgbClr val="1074A1"/>
      </a:accent3>
      <a:accent4>
        <a:srgbClr val="2C4507"/>
      </a:accent4>
      <a:accent5>
        <a:srgbClr val="7030A0"/>
      </a:accent5>
      <a:accent6>
        <a:srgbClr val="78B815"/>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OCO - Blank Templates PPT (1) (1)" id="{3A2A81A4-3B75-4F73-A0C0-71A46FD43C8C}" vid="{9D080008-201F-4324-BA19-ED536C5D32A8}"/>
    </a:ext>
  </a:extLst>
</a:theme>
</file>

<file path=ppt/theme/theme10.xml><?xml version="1.0" encoding="utf-8"?>
<a:theme xmlns:a="http://schemas.openxmlformats.org/drawingml/2006/main" name="3_TEOCO PowerPoint Template 2019.1 (cover slides)">
  <a:themeElements>
    <a:clrScheme name="TEOCO 2018.1">
      <a:dk1>
        <a:srgbClr val="333333"/>
      </a:dk1>
      <a:lt1>
        <a:srgbClr val="FFFFFF"/>
      </a:lt1>
      <a:dk2>
        <a:srgbClr val="6C6C6C"/>
      </a:dk2>
      <a:lt2>
        <a:srgbClr val="EAEAEA"/>
      </a:lt2>
      <a:accent1>
        <a:srgbClr val="B2131C"/>
      </a:accent1>
      <a:accent2>
        <a:srgbClr val="70B2E2"/>
      </a:accent2>
      <a:accent3>
        <a:srgbClr val="81C784"/>
      </a:accent3>
      <a:accent4>
        <a:srgbClr val="F3734B"/>
      </a:accent4>
      <a:accent5>
        <a:srgbClr val="775CA7"/>
      </a:accent5>
      <a:accent6>
        <a:srgbClr val="000000"/>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ED3A1A0-E1B7-9644-A761-74F06EB8ABBB}" vid="{F03AF581-8469-B345-B280-A1C09D60D13A}"/>
    </a:ext>
  </a:extLst>
</a:theme>
</file>

<file path=ppt/theme/theme11.xml><?xml version="1.0" encoding="utf-8"?>
<a:theme xmlns:a="http://schemas.openxmlformats.org/drawingml/2006/main" name="TEOCO PowerPoint Template">
  <a:themeElements>
    <a:clrScheme name="TEOCO 2018.1">
      <a:dk1>
        <a:srgbClr val="333333"/>
      </a:dk1>
      <a:lt1>
        <a:srgbClr val="FFFFFF"/>
      </a:lt1>
      <a:dk2>
        <a:srgbClr val="6C6C6C"/>
      </a:dk2>
      <a:lt2>
        <a:srgbClr val="EAEAEA"/>
      </a:lt2>
      <a:accent1>
        <a:srgbClr val="B2131C"/>
      </a:accent1>
      <a:accent2>
        <a:srgbClr val="70B2E2"/>
      </a:accent2>
      <a:accent3>
        <a:srgbClr val="81C784"/>
      </a:accent3>
      <a:accent4>
        <a:srgbClr val="F3734B"/>
      </a:accent4>
      <a:accent5>
        <a:srgbClr val="775CA7"/>
      </a:accent5>
      <a:accent6>
        <a:srgbClr val="000000"/>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4" id="{B3F1F011-4485-433F-BF58-6C109660813E}" vid="{B40F072E-05ED-4F5A-B067-30CB3E659A8F}"/>
    </a:ext>
  </a:extLst>
</a:theme>
</file>

<file path=ppt/theme/theme12.xml><?xml version="1.0" encoding="utf-8"?>
<a:theme xmlns:a="http://schemas.openxmlformats.org/drawingml/2006/main" name="4_TEOCO PowerPoint Template 2019.1">
  <a:themeElements>
    <a:clrScheme name="TEOCO 2018.1">
      <a:dk1>
        <a:srgbClr val="333333"/>
      </a:dk1>
      <a:lt1>
        <a:srgbClr val="FFFFFF"/>
      </a:lt1>
      <a:dk2>
        <a:srgbClr val="6C6C6C"/>
      </a:dk2>
      <a:lt2>
        <a:srgbClr val="EAEAEA"/>
      </a:lt2>
      <a:accent1>
        <a:srgbClr val="B2131C"/>
      </a:accent1>
      <a:accent2>
        <a:srgbClr val="70B2E2"/>
      </a:accent2>
      <a:accent3>
        <a:srgbClr val="81C784"/>
      </a:accent3>
      <a:accent4>
        <a:srgbClr val="F3734B"/>
      </a:accent4>
      <a:accent5>
        <a:srgbClr val="775CA7"/>
      </a:accent5>
      <a:accent6>
        <a:srgbClr val="000000"/>
      </a:accent6>
      <a:hlink>
        <a:srgbClr val="0000FF"/>
      </a:hlink>
      <a:folHlink>
        <a:srgbClr val="800080"/>
      </a:folHlink>
    </a:clrScheme>
    <a:fontScheme name="Custom 3">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6ED8E579-40F5-4A63-8FF0-EE9A7F8DEDA5}" vid="{111EC11D-EE39-4C47-A5A4-3D1BEF3A3F33}"/>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6C591950F67340A1A0FD1599A6C1CE" ma:contentTypeVersion="0" ma:contentTypeDescription="Create a new document." ma:contentTypeScope="" ma:versionID="1f4abe6911a64b09b1a76a07b62e316a">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902E4C-83E2-4C18-8096-33894AA2AFBF}">
  <ds:schemaRefs>
    <ds:schemaRef ds:uri="http://www.w3.org/XML/1998/namespace"/>
    <ds:schemaRef ds:uri="http://purl.org/dc/elements/1.1/"/>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purl.org/dc/terms/"/>
    <ds:schemaRef ds:uri="http://schemas.microsoft.com/office/infopath/2007/PartnerControls"/>
  </ds:schemaRefs>
</ds:datastoreItem>
</file>

<file path=customXml/itemProps2.xml><?xml version="1.0" encoding="utf-8"?>
<ds:datastoreItem xmlns:ds="http://schemas.openxmlformats.org/officeDocument/2006/customXml" ds:itemID="{7665101C-B8E5-42F2-887B-AFFA0513CF0E}">
  <ds:schemaRefs>
    <ds:schemaRef ds:uri="http://schemas.microsoft.com/sharepoint/v3/contenttype/forms"/>
  </ds:schemaRefs>
</ds:datastoreItem>
</file>

<file path=customXml/itemProps3.xml><?xml version="1.0" encoding="utf-8"?>
<ds:datastoreItem xmlns:ds="http://schemas.openxmlformats.org/officeDocument/2006/customXml" ds:itemID="{7A5F66AF-335A-4B7B-A5ED-C6A0F9998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TEOCO PowerPoint Template (cover slides)</Template>
  <TotalTime>41626</TotalTime>
  <Words>1133</Words>
  <Application>Microsoft Office PowerPoint</Application>
  <PresentationFormat>Widescreen</PresentationFormat>
  <Paragraphs>111</Paragraphs>
  <Slides>7</Slides>
  <Notes>0</Notes>
  <HiddenSlides>0</HiddenSlides>
  <MMClips>0</MMClips>
  <ScaleCrop>false</ScaleCrop>
  <HeadingPairs>
    <vt:vector size="6" baseType="variant">
      <vt:variant>
        <vt:lpstr>Fonts Used</vt:lpstr>
      </vt:variant>
      <vt:variant>
        <vt:i4>6</vt:i4>
      </vt:variant>
      <vt:variant>
        <vt:lpstr>Theme</vt:lpstr>
      </vt:variant>
      <vt:variant>
        <vt:i4>12</vt:i4>
      </vt:variant>
      <vt:variant>
        <vt:lpstr>Slide Titles</vt:lpstr>
      </vt:variant>
      <vt:variant>
        <vt:i4>7</vt:i4>
      </vt:variant>
    </vt:vector>
  </HeadingPairs>
  <TitlesOfParts>
    <vt:vector size="25" baseType="lpstr">
      <vt:lpstr>Arial</vt:lpstr>
      <vt:lpstr>Calibri</vt:lpstr>
      <vt:lpstr>Calibri Light</vt:lpstr>
      <vt:lpstr>Segoe UI</vt:lpstr>
      <vt:lpstr>Segoe UI Semibold</vt:lpstr>
      <vt:lpstr>Wingdings</vt:lpstr>
      <vt:lpstr>TEOCO PowerPoint Template (cover slides)</vt:lpstr>
      <vt:lpstr>2_Custom Design</vt:lpstr>
      <vt:lpstr>3_Custom Design</vt:lpstr>
      <vt:lpstr>TEOCO PowerPoint Template (section breaks)</vt:lpstr>
      <vt:lpstr>TEOCO PowerPoint Template (grey logo and page number)</vt:lpstr>
      <vt:lpstr>1_Custom Design</vt:lpstr>
      <vt:lpstr>Custom Design</vt:lpstr>
      <vt:lpstr>1_TEOCO PowerPoint Template (cover slides)</vt:lpstr>
      <vt:lpstr>3_TEOCO PowerPoint Template (cover slides)</vt:lpstr>
      <vt:lpstr>3_TEOCO PowerPoint Template 2019.1 (cover slides)</vt:lpstr>
      <vt:lpstr>TEOCO PowerPoint Template</vt:lpstr>
      <vt:lpstr>4_TEOCO PowerPoint Template 2019.1</vt:lpstr>
      <vt:lpstr>RailScan</vt:lpstr>
      <vt:lpstr>Why RailScan?</vt:lpstr>
      <vt:lpstr>Tech stack</vt:lpstr>
      <vt:lpstr>How the app works</vt:lpstr>
      <vt:lpstr>Where the data comes from</vt:lpstr>
      <vt:lpstr>The script classifier (CNN)</vt:lpstr>
      <vt:lpstr>Reading the text (OCR)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Cheryl Fritz</dc:creator>
  <cp:lastModifiedBy>Dey, Ishita</cp:lastModifiedBy>
  <cp:revision>363</cp:revision>
  <cp:lastPrinted>2025-07-14T14:56:28Z</cp:lastPrinted>
  <dcterms:created xsi:type="dcterms:W3CDTF">2025-02-05T18:11:41Z</dcterms:created>
  <dcterms:modified xsi:type="dcterms:W3CDTF">2026-10-29T23:03:44Z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0x010100F36C591950F67340A1A0FD1599A6C1CE</vt:lpwstr>
  </property>
</Properties>
</file>